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1629" r:id="rId3"/>
    <p:sldId id="1627" r:id="rId4"/>
    <p:sldId id="1628" r:id="rId5"/>
    <p:sldId id="1631" r:id="rId6"/>
    <p:sldId id="1632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3F5FA3-8FBC-4FDD-AA3A-C05523E9DE1C}" type="datetimeFigureOut">
              <a:rPr lang="ko-KR" altLang="en-US" smtClean="0"/>
              <a:t>2026-10-22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A0DA3D-E3E2-4C4C-9321-727DBB5D0A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38386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6EFEF-B488-4401-9D81-0EE426595D85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93653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4C40A9-876E-E47F-0945-DCDDB8791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658248F-A6E6-5CB3-E2AA-C242047A67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077F91B-F434-933F-F24A-0A28349A47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37D7054-A6F7-8DD8-5619-DB2BDF479C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6EFEF-B488-4401-9D81-0EE426595D85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64621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A3DC02-0F8E-DA1A-157D-F530AFEC5E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28DC7BE-2220-27EE-07D3-888E13AE48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D2A33A3-AB2B-90F6-2475-661EF1487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13FEF-74C8-4655-8856-733370ADE064}" type="datetimeFigureOut">
              <a:rPr lang="ko-KR" altLang="en-US" smtClean="0"/>
              <a:t>2026-10-22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BFF7CC3-78FD-5349-7B8B-16B28B303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D808BB1-E1E6-7CB1-F56E-95D2DEDE8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87AE8-DFB2-4D48-8901-7EB9CE0CB4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89796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9151E3-6DE8-FFE1-75E9-66CA41381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B255148-96E6-4F52-C2C2-71B6A86C07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7CFE39F-6304-CB10-EC57-DACF1BA84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13FEF-74C8-4655-8856-733370ADE064}" type="datetimeFigureOut">
              <a:rPr lang="ko-KR" altLang="en-US" smtClean="0"/>
              <a:t>2026-10-22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7D981B-A5D2-992A-FC4A-3AC702780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3D807F7-948C-3FB6-2485-9761B8D87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87AE8-DFB2-4D48-8901-7EB9CE0CB4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72358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33F7F8-9554-1541-CF5F-C39CAB34F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975F4B8-762F-9698-3332-C26A40D300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04D935B-42AF-67C6-DA28-AD947E847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13FEF-74C8-4655-8856-733370ADE064}" type="datetimeFigureOut">
              <a:rPr lang="ko-KR" altLang="en-US" smtClean="0"/>
              <a:t>2026-10-22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8DB45A8-2B9E-9E0A-0410-07DC89341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4FF9C0E-78DA-A2AE-9B56-88C75CBED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87AE8-DFB2-4D48-8901-7EB9CE0CB4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97436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BC161D-DB29-EC48-645B-BB4A8EB2D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AE60D36-ACBA-CDDF-32BA-8C10EB7FBC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9B3694B-1C17-369A-3618-49FB230469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2D56368-B4A2-3782-2E2F-15BB1963FE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13FEF-74C8-4655-8856-733370ADE064}" type="datetimeFigureOut">
              <a:rPr lang="ko-KR" altLang="en-US" smtClean="0"/>
              <a:t>2026-10-22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5736219-4866-C9F5-1117-23326CC25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45C0CAF-4C24-D43F-8702-4574C337A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87AE8-DFB2-4D48-8901-7EB9CE0CB4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05775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5343AE-CD50-C2A6-49B6-52B9283F8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BA82273-DECF-41BA-7323-5F558CCA7D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41D961F-DA0E-BACE-63D3-55BDEB7280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14CE118-DBE5-0BB8-1E74-DA0289B389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D76FC07-1587-F67D-4B8F-139F13B212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D26A429-1E99-0734-B9B4-E37F278DF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13FEF-74C8-4655-8856-733370ADE064}" type="datetimeFigureOut">
              <a:rPr lang="ko-KR" altLang="en-US" smtClean="0"/>
              <a:t>2026-10-22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029D4A3-E37E-9499-45C3-EC2E2FF4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AC3CFD5-A8E9-13EA-AA6D-DD05C54F4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87AE8-DFB2-4D48-8901-7EB9CE0CB4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32018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341C16-1F22-65C2-E509-96A78184E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D435549-D8C9-966E-B700-7D741ADD3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13FEF-74C8-4655-8856-733370ADE064}" type="datetimeFigureOut">
              <a:rPr lang="ko-KR" altLang="en-US" smtClean="0"/>
              <a:t>2026-10-22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F7B6796-F430-0BCA-D391-0963B0F21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4EB8252-6D16-A59C-3FCF-8F6B443AB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87AE8-DFB2-4D48-8901-7EB9CE0CB4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6267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6E32C67-4A66-B7A9-F0E0-EAD7CB1EDB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13FEF-74C8-4655-8856-733370ADE064}" type="datetimeFigureOut">
              <a:rPr lang="ko-KR" altLang="en-US" smtClean="0"/>
              <a:t>2026-10-22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39170DE-3E5E-4F9C-45F7-AE0ABFC86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DAD3D29-3A1A-87C4-DFD1-2BDE671F2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87AE8-DFB2-4D48-8901-7EB9CE0CB4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8903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FFDFCE-7147-4305-E6F3-8F74A404DC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E48A074-515E-0FD3-D9EB-527E2D21EE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9C9C25B-4974-4DF5-DF62-724216CA1E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8A855C0-687C-348E-C423-2774ED5DE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13FEF-74C8-4655-8856-733370ADE064}" type="datetimeFigureOut">
              <a:rPr lang="ko-KR" altLang="en-US" smtClean="0"/>
              <a:t>2026-10-22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C45C83C-19A2-5306-6859-5DF61C5C1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453DA14-7291-E6B4-B987-681283FC1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87AE8-DFB2-4D48-8901-7EB9CE0CB4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39649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ED4570-1132-FBF6-AC19-A7B33C30AB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4C3D584-AACE-C53D-EA04-170806DF0EAC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5600A3B-C3BB-8DD8-310F-DC22D36103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799CE68-211B-4C8D-F8CB-593FA902A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13FEF-74C8-4655-8856-733370ADE064}" type="datetimeFigureOut">
              <a:rPr lang="ko-KR" altLang="en-US" smtClean="0"/>
              <a:t>2026-10-22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E9F0DE1-9C55-8B8F-B1AE-ECDE9D7C5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5FAE7D4-3E3D-50BA-10CB-84ED040FC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87AE8-DFB2-4D48-8901-7EB9CE0CB4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77583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357A92-0FEB-67E6-AE50-DAF59259A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211069E-C5FA-E820-514A-1E08257CA2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6F5B045-343E-6609-F144-8B53F7F4C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13FEF-74C8-4655-8856-733370ADE064}" type="datetimeFigureOut">
              <a:rPr lang="ko-KR" altLang="en-US" smtClean="0"/>
              <a:t>2026-10-22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4009E54-2C13-5DA6-8FC8-B053C7917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2F1B6A1-0BDA-9F65-8EC2-EF5851C7D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87AE8-DFB2-4D48-8901-7EB9CE0CB4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27880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9D25042-49A1-3DE5-B40B-B054DDA7F1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9E47538-429B-2265-9786-D6DFE1C19E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A9DBF59-D006-C88E-6D8D-0559B28E8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13FEF-74C8-4655-8856-733370ADE064}" type="datetimeFigureOut">
              <a:rPr lang="ko-KR" altLang="en-US" smtClean="0"/>
              <a:t>2026-10-22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D62A5C0-B3C3-4DD4-3A73-0A96B1E40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DA36D13-2A2B-C16E-6B96-94F1D4AEC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87AE8-DFB2-4D48-8901-7EB9CE0CB4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31958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B85B2E2-B84D-A114-8630-11019CC01A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1D127F3-2C16-91A8-2183-BBD452ECA5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00E3954-0DE6-BA41-34A0-0605F0C8CF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C13FEF-74C8-4655-8856-733370ADE064}" type="datetimeFigureOut">
              <a:rPr lang="ko-KR" altLang="en-US" smtClean="0"/>
              <a:t>2026-10-22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17CC3EB-9F77-8B33-6208-1FBE397EFE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FA0CD61-DB61-5ED4-2683-E3FE9693D7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187AE8-DFB2-4D48-8901-7EB9CE0CB4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22722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4EB491-8531-7990-1D8F-4E541E24D14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C-Scan </a:t>
            </a:r>
            <a:r>
              <a:rPr lang="ko-KR" altLang="en-US" dirty="0"/>
              <a:t>짝수 </a:t>
            </a:r>
            <a:r>
              <a:rPr lang="ko-KR" altLang="en-US" dirty="0" err="1"/>
              <a:t>홀수줄</a:t>
            </a:r>
            <a:r>
              <a:rPr lang="ko-KR" altLang="en-US" dirty="0"/>
              <a:t> 이상</a:t>
            </a:r>
            <a:br>
              <a:rPr lang="en-US" altLang="ko-KR" dirty="0"/>
            </a:br>
            <a:r>
              <a:rPr lang="en-US" altLang="ko-KR" dirty="0"/>
              <a:t>: B-Scan map</a:t>
            </a:r>
            <a:r>
              <a:rPr lang="ko-KR" altLang="en-US" dirty="0"/>
              <a:t>에서 기원</a:t>
            </a:r>
            <a:br>
              <a:rPr lang="en-US" altLang="ko-KR" dirty="0"/>
            </a:br>
            <a:r>
              <a:rPr lang="en-US" altLang="ko-KR" dirty="0"/>
              <a:t>: B-Scan Cube</a:t>
            </a:r>
            <a:r>
              <a:rPr lang="ko-KR" altLang="en-US" dirty="0"/>
              <a:t>에서 기원</a:t>
            </a:r>
            <a:r>
              <a:rPr lang="en-US" altLang="ko-KR" dirty="0"/>
              <a:t>?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17248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795D325E-3A3A-6F5F-D926-2485EC31D0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4987"/>
            <a:ext cx="12192000" cy="6488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7325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8F329F0B-7AEF-44DC-2554-4480E02C73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3588" y="0"/>
            <a:ext cx="8824823" cy="6858000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F480FC0A-5715-291C-399B-D21D1EBADFE8}"/>
              </a:ext>
            </a:extLst>
          </p:cNvPr>
          <p:cNvSpPr/>
          <p:nvPr/>
        </p:nvSpPr>
        <p:spPr>
          <a:xfrm>
            <a:off x="2930013" y="4277032"/>
            <a:ext cx="6843252" cy="19566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AFE2862-5038-E167-D97C-F7F3A04572C6}"/>
              </a:ext>
            </a:extLst>
          </p:cNvPr>
          <p:cNvSpPr txBox="1"/>
          <p:nvPr/>
        </p:nvSpPr>
        <p:spPr>
          <a:xfrm>
            <a:off x="176981" y="216310"/>
            <a:ext cx="11798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의심 코드 부분</a:t>
            </a:r>
          </a:p>
        </p:txBody>
      </p:sp>
    </p:spTree>
    <p:extLst>
      <p:ext uri="{BB962C8B-B14F-4D97-AF65-F5344CB8AC3E}">
        <p14:creationId xmlns:p14="http://schemas.microsoft.com/office/powerpoint/2010/main" val="22756197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2AE414-DA08-56A5-139A-1C477B957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7CCF8F1E-68FB-E090-1BC2-B889B39957D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9435" b="44224"/>
          <a:stretch>
            <a:fillRect/>
          </a:stretch>
        </p:blipFill>
        <p:spPr>
          <a:xfrm>
            <a:off x="6322141" y="3169674"/>
            <a:ext cx="3726426" cy="3612617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8CDFAED8-1EFC-7054-81F3-24847726554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69597" b="44269"/>
          <a:stretch>
            <a:fillRect/>
          </a:stretch>
        </p:blipFill>
        <p:spPr>
          <a:xfrm>
            <a:off x="2487562" y="3105766"/>
            <a:ext cx="3706761" cy="3609669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D6A8B2FA-012C-398D-E2E2-CE833B38A334}"/>
              </a:ext>
            </a:extLst>
          </p:cNvPr>
          <p:cNvSpPr/>
          <p:nvPr/>
        </p:nvSpPr>
        <p:spPr>
          <a:xfrm>
            <a:off x="2812026" y="3937821"/>
            <a:ext cx="3283974" cy="368709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3DF65C96-6F3E-64E0-A7C9-5061C46B4FE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55412"/>
          <a:stretch>
            <a:fillRect/>
          </a:stretch>
        </p:blipFill>
        <p:spPr>
          <a:xfrm>
            <a:off x="0" y="0"/>
            <a:ext cx="12192000" cy="3057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7038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3FFCDF-9A21-1A74-DDF4-394C01D25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802BB3-7E66-477E-A5D8-A997302F31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E42C325-81E0-2A12-164F-B09912FFAB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0"/>
            <a:ext cx="12192000" cy="6477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FFA66B2-0273-6080-EE31-D3F58723AF76}"/>
              </a:ext>
            </a:extLst>
          </p:cNvPr>
          <p:cNvSpPr txBox="1"/>
          <p:nvPr/>
        </p:nvSpPr>
        <p:spPr>
          <a:xfrm>
            <a:off x="0" y="0"/>
            <a:ext cx="26252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ROI=83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6267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F69EA3F-CE81-EA6D-6ADB-33BCDFA8F0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97496A4-B843-AC43-6035-003AE30AA2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0"/>
            <a:ext cx="12192000" cy="6477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6FD3273-CC7D-D848-5A50-14F4DA80CAB6}"/>
              </a:ext>
            </a:extLst>
          </p:cNvPr>
          <p:cNvSpPr txBox="1"/>
          <p:nvPr/>
        </p:nvSpPr>
        <p:spPr>
          <a:xfrm>
            <a:off x="0" y="0"/>
            <a:ext cx="26252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ROI=84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865998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28</Words>
  <Application>Microsoft Office PowerPoint</Application>
  <PresentationFormat>와이드스크린</PresentationFormat>
  <Paragraphs>6</Paragraphs>
  <Slides>6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9" baseType="lpstr">
      <vt:lpstr>맑은 고딕</vt:lpstr>
      <vt:lpstr>Arial</vt:lpstr>
      <vt:lpstr>Office 테마</vt:lpstr>
      <vt:lpstr>C-Scan 짝수 홀수줄 이상 : B-Scan map에서 기원 : B-Scan Cube에서 기원?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양회현</dc:creator>
  <cp:lastModifiedBy>양회현</cp:lastModifiedBy>
  <cp:revision>1</cp:revision>
  <dcterms:created xsi:type="dcterms:W3CDTF">2026-10-22T08:07:39Z</dcterms:created>
  <dcterms:modified xsi:type="dcterms:W3CDTF">2026-10-22T08:09:56Z</dcterms:modified>
</cp:coreProperties>
</file>