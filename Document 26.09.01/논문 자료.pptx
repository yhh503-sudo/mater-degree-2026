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1502</TotalTime>
  <Words>1233</Words>
  <Application>Microsoft Office PowerPoint</Application>
  <PresentationFormat>와이드스크린</PresentationFormat>
  <Paragraphs>182</Paragraphs>
  <Slides>39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22</cp:revision>
  <dcterms:created xsi:type="dcterms:W3CDTF">2026-08-23T23:35:07Z</dcterms:created>
  <dcterms:modified xsi:type="dcterms:W3CDTF">2026-09-16T04:01:16Z</dcterms:modified>
</cp:coreProperties>
</file>