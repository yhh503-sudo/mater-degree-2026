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5F3638-6E1F-32DE-7C12-788EA6F36870}"/>
              </a:ext>
            </a:extLst>
          </p:cNvPr>
          <p:cNvSpPr/>
          <p:nvPr/>
        </p:nvSpPr>
        <p:spPr>
          <a:xfrm>
            <a:off x="5956978" y="1249913"/>
            <a:ext cx="392787" cy="15328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100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200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300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400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500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600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3AAF20-5A9F-8570-659E-B050EC1F4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792184" y="1807508"/>
            <a:ext cx="2667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4B8402-68D2-A570-CE98-2D8D9AFA8F5D}"/>
              </a:ext>
            </a:extLst>
          </p:cNvPr>
          <p:cNvSpPr txBox="1"/>
          <p:nvPr/>
        </p:nvSpPr>
        <p:spPr>
          <a:xfrm rot="10800000" flipV="1">
            <a:off x="5832531" y="4484587"/>
            <a:ext cx="369332" cy="6096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200" dirty="0"/>
              <a:t>Row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803FE-9070-2381-1827-16F18872924E}"/>
              </a:ext>
            </a:extLst>
          </p:cNvPr>
          <p:cNvSpPr txBox="1"/>
          <p:nvPr/>
        </p:nvSpPr>
        <p:spPr>
          <a:xfrm rot="5400000">
            <a:off x="6017196" y="2877744"/>
            <a:ext cx="1846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8C8DC5-E9AD-9501-1E52-1068B1AEBDF5}"/>
              </a:ext>
            </a:extLst>
          </p:cNvPr>
          <p:cNvSpPr/>
          <p:nvPr/>
        </p:nvSpPr>
        <p:spPr>
          <a:xfrm>
            <a:off x="421338" y="502297"/>
            <a:ext cx="421325" cy="176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accent6"/>
                </a:solidFill>
              </a:rPr>
              <a:t>100</a:t>
            </a:r>
            <a:endParaRPr lang="ko-KR" altLang="en-US" sz="700" dirty="0">
              <a:solidFill>
                <a:schemeClr val="accent6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F0384B-52F3-88CC-79B5-B01B7866CEF8}"/>
              </a:ext>
            </a:extLst>
          </p:cNvPr>
          <p:cNvSpPr txBox="1"/>
          <p:nvPr/>
        </p:nvSpPr>
        <p:spPr>
          <a:xfrm rot="5400000">
            <a:off x="5715941" y="6006962"/>
            <a:ext cx="711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100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1767</TotalTime>
  <Words>1244</Words>
  <Application>Microsoft Office PowerPoint</Application>
  <PresentationFormat>와이드스크린</PresentationFormat>
  <Paragraphs>193</Paragraphs>
  <Slides>39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7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26</cp:revision>
  <dcterms:created xsi:type="dcterms:W3CDTF">2026-08-23T23:35:07Z</dcterms:created>
  <dcterms:modified xsi:type="dcterms:W3CDTF">2026-10-08T07:38:01Z</dcterms:modified>
</cp:coreProperties>
</file>