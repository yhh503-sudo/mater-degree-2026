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  <p:sldId id="1616" r:id="rId41"/>
    <p:sldId id="1617" r:id="rId42"/>
    <p:sldId id="1621" r:id="rId43"/>
    <p:sldId id="1622" r:id="rId44"/>
    <p:sldId id="1623" r:id="rId45"/>
    <p:sldId id="1624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5F3638-6E1F-32DE-7C12-788EA6F36870}"/>
              </a:ext>
            </a:extLst>
          </p:cNvPr>
          <p:cNvSpPr/>
          <p:nvPr/>
        </p:nvSpPr>
        <p:spPr>
          <a:xfrm>
            <a:off x="5956978" y="1249913"/>
            <a:ext cx="392787" cy="15328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100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200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300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400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500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600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3AAF20-5A9F-8570-659E-B050EC1F4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792184" y="1807508"/>
            <a:ext cx="2667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4B8402-68D2-A570-CE98-2D8D9AFA8F5D}"/>
              </a:ext>
            </a:extLst>
          </p:cNvPr>
          <p:cNvSpPr txBox="1"/>
          <p:nvPr/>
        </p:nvSpPr>
        <p:spPr>
          <a:xfrm rot="10800000" flipV="1">
            <a:off x="5832531" y="4484587"/>
            <a:ext cx="369332" cy="6096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200" dirty="0"/>
              <a:t>Row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803FE-9070-2381-1827-16F18872924E}"/>
              </a:ext>
            </a:extLst>
          </p:cNvPr>
          <p:cNvSpPr txBox="1"/>
          <p:nvPr/>
        </p:nvSpPr>
        <p:spPr>
          <a:xfrm rot="5400000">
            <a:off x="6017196" y="2877744"/>
            <a:ext cx="1846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8C8DC5-E9AD-9501-1E52-1068B1AEBDF5}"/>
              </a:ext>
            </a:extLst>
          </p:cNvPr>
          <p:cNvSpPr/>
          <p:nvPr/>
        </p:nvSpPr>
        <p:spPr>
          <a:xfrm>
            <a:off x="421338" y="502297"/>
            <a:ext cx="421325" cy="176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accent6"/>
                </a:solidFill>
              </a:rPr>
              <a:t>100</a:t>
            </a:r>
            <a:endParaRPr lang="ko-KR" altLang="en-US" sz="700" dirty="0">
              <a:solidFill>
                <a:schemeClr val="accent6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F0384B-52F3-88CC-79B5-B01B7866CEF8}"/>
              </a:ext>
            </a:extLst>
          </p:cNvPr>
          <p:cNvSpPr txBox="1"/>
          <p:nvPr/>
        </p:nvSpPr>
        <p:spPr>
          <a:xfrm rot="5400000">
            <a:off x="5715941" y="6006962"/>
            <a:ext cx="711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100</a:t>
            </a:r>
            <a:endParaRPr lang="ko-KR" altLang="en-US" sz="11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97B9D01-54AA-5B99-6CB6-87DDE7295DD5}"/>
              </a:ext>
            </a:extLst>
          </p:cNvPr>
          <p:cNvSpPr/>
          <p:nvPr/>
        </p:nvSpPr>
        <p:spPr>
          <a:xfrm>
            <a:off x="35860" y="491900"/>
            <a:ext cx="484093" cy="190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open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9BD68C-2D09-A5A7-2AB2-E0AB2FA10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708" y="0"/>
            <a:ext cx="102685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463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F3CFD6C-918C-B56E-0DAF-38FADBFF8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16" y="759848"/>
            <a:ext cx="11120284" cy="590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C1E0C5-5C11-8332-737A-387409B87A52}"/>
              </a:ext>
            </a:extLst>
          </p:cNvPr>
          <p:cNvSpPr txBox="1"/>
          <p:nvPr/>
        </p:nvSpPr>
        <p:spPr>
          <a:xfrm>
            <a:off x="226142" y="78658"/>
            <a:ext cx="2526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Step10.py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48005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CED7D-A951-7857-8306-A9919423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FE459CB-DF2C-705D-B02D-EBD620946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1331" y="135347"/>
            <a:ext cx="6286500" cy="64103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AACBE7-26E3-8701-1EA7-FADB6662D4E4}"/>
              </a:ext>
            </a:extLst>
          </p:cNvPr>
          <p:cNvSpPr txBox="1"/>
          <p:nvPr/>
        </p:nvSpPr>
        <p:spPr>
          <a:xfrm>
            <a:off x="7226709" y="1398918"/>
            <a:ext cx="4572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/>
              <a:t>상속은 "이미 만들어진 클래스(부모)의 기능(변수, 함수)을 물려받아, 새로운 클래스(자식)</a:t>
            </a:r>
            <a:r>
              <a:rPr lang="ko-KR" altLang="ko-KR" dirty="0" err="1"/>
              <a:t>를</a:t>
            </a:r>
            <a:r>
              <a:rPr lang="ko-KR" altLang="ko-KR" dirty="0"/>
              <a:t> 만드는 </a:t>
            </a:r>
            <a:r>
              <a:rPr lang="ko-KR" altLang="ko-KR" dirty="0" err="1"/>
              <a:t>것"입니다</a:t>
            </a:r>
            <a:r>
              <a:rPr lang="ko-KR" altLang="ko-KR" dirty="0"/>
              <a:t>.</a:t>
            </a:r>
            <a:endParaRPr lang="en-US" altLang="ko-KR" dirty="0"/>
          </a:p>
          <a:p>
            <a:pPr>
              <a:buNone/>
            </a:pPr>
            <a:endParaRPr lang="ko-KR" altLang="ko-KR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 dirty="0"/>
              <a:t>부모 클래스 (</a:t>
            </a:r>
            <a:r>
              <a:rPr lang="ko-KR" altLang="ko-KR" b="1" dirty="0" err="1"/>
              <a:t>Parent</a:t>
            </a:r>
            <a:r>
              <a:rPr lang="ko-KR" altLang="ko-KR" b="1" dirty="0"/>
              <a:t>/Super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물려주는 원본 클래스 (예: 포괄적인 개념 - '자동차’)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altLang="ko-KR" b="1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/>
              <a:t>자식 </a:t>
            </a:r>
            <a:r>
              <a:rPr lang="ko-KR" altLang="ko-KR" b="1" dirty="0"/>
              <a:t>클래스 (</a:t>
            </a:r>
            <a:r>
              <a:rPr lang="ko-KR" altLang="ko-KR" b="1" dirty="0" err="1"/>
              <a:t>Child</a:t>
            </a:r>
            <a:r>
              <a:rPr lang="ko-KR" altLang="ko-KR" b="1" dirty="0"/>
              <a:t>/</a:t>
            </a:r>
            <a:r>
              <a:rPr lang="ko-KR" altLang="ko-KR" b="1" dirty="0" err="1"/>
              <a:t>Sub</a:t>
            </a:r>
            <a:r>
              <a:rPr lang="ko-KR" altLang="ko-KR" b="1" dirty="0"/>
              <a:t>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물려받는 새로운 클래스 (예: 구체적인 개념 - '스포츠카’)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ko-KR" b="1" dirty="0"/>
              <a:t>현실 세계 비유:</a:t>
            </a:r>
            <a:r>
              <a:rPr lang="ko-KR" altLang="ko-KR" dirty="0"/>
              <a:t> 부모님이 부 부(재산, 재능)</a:t>
            </a:r>
            <a:r>
              <a:rPr lang="ko-KR" altLang="ko-KR" dirty="0" err="1"/>
              <a:t>를</a:t>
            </a:r>
            <a:r>
              <a:rPr lang="ko-KR" altLang="ko-KR" dirty="0"/>
              <a:t> 자식에게 상속하면, 자식은 부모님의 재산을 가지면서 동시에 자신만의 새로운 재산을 쌓을 수 있는 것과 같습니다.</a:t>
            </a:r>
          </a:p>
        </p:txBody>
      </p:sp>
    </p:spTree>
    <p:extLst>
      <p:ext uri="{BB962C8B-B14F-4D97-AF65-F5344CB8AC3E}">
        <p14:creationId xmlns:p14="http://schemas.microsoft.com/office/powerpoint/2010/main" val="1201770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4365B-BD61-805F-9BB2-BF43CE25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D2740A-2A95-F6CA-614E-081B3C8C6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3118"/>
          <a:stretch>
            <a:fillRect/>
          </a:stretch>
        </p:blipFill>
        <p:spPr>
          <a:xfrm>
            <a:off x="0" y="127819"/>
            <a:ext cx="12093677" cy="5181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928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4C8029-78B0-6AF3-336C-FD5744884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6395" y="678426"/>
            <a:ext cx="12039210" cy="550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6041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E6033B-5706-ACA7-D32A-424E2459D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814512"/>
            <a:ext cx="5753100" cy="322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256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1881</TotalTime>
  <Words>1349</Words>
  <Application>Microsoft Office PowerPoint</Application>
  <PresentationFormat>와이드스크린</PresentationFormat>
  <Paragraphs>202</Paragraphs>
  <Slides>45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3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36</cp:revision>
  <dcterms:created xsi:type="dcterms:W3CDTF">2026-08-23T23:35:07Z</dcterms:created>
  <dcterms:modified xsi:type="dcterms:W3CDTF">2026-10-22T05:31:08Z</dcterms:modified>
</cp:coreProperties>
</file>