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  <p:sldId id="1605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EF1175D-66C6-AFBB-066E-7C7032FE3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970" y="642937"/>
            <a:ext cx="3228975" cy="55721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BA606E-DF6B-FBA5-E707-FF1B8DF2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057" y="2979923"/>
            <a:ext cx="3476625" cy="35337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27D940-F93B-4AA8-E6E7-32E2602C7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057" y="71719"/>
            <a:ext cx="1999903" cy="2671482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325A6DFC-8114-0F9A-CBDF-2ADA82A3A0FF}"/>
              </a:ext>
            </a:extLst>
          </p:cNvPr>
          <p:cNvSpPr/>
          <p:nvPr/>
        </p:nvSpPr>
        <p:spPr>
          <a:xfrm>
            <a:off x="4831976" y="2743201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04CC7E51-FA3B-5F1A-CCC4-201CDC5F325B}"/>
              </a:ext>
            </a:extLst>
          </p:cNvPr>
          <p:cNvSpPr/>
          <p:nvPr/>
        </p:nvSpPr>
        <p:spPr>
          <a:xfrm rot="18430324">
            <a:off x="5952565" y="2065524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5631FFCA-77DC-7455-2EA5-939D2BB56E57}"/>
              </a:ext>
            </a:extLst>
          </p:cNvPr>
          <p:cNvSpPr/>
          <p:nvPr/>
        </p:nvSpPr>
        <p:spPr>
          <a:xfrm rot="2450215">
            <a:off x="5944149" y="3609969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7160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1050</TotalTime>
  <Words>1155</Words>
  <Application>Microsoft Office PowerPoint</Application>
  <PresentationFormat>와이드스크린</PresentationFormat>
  <Paragraphs>159</Paragraphs>
  <Slides>29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6" baseType="lpstr"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뷰온 주식회사</cp:lastModifiedBy>
  <cp:revision>14</cp:revision>
  <dcterms:created xsi:type="dcterms:W3CDTF">2026-08-23T23:35:07Z</dcterms:created>
  <dcterms:modified xsi:type="dcterms:W3CDTF">2026-09-09T01:09:38Z</dcterms:modified>
</cp:coreProperties>
</file>