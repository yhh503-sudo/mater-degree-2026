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2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  <p:sldId id="1616" r:id="rId41"/>
    <p:sldId id="1617" r:id="rId42"/>
    <p:sldId id="1621" r:id="rId43"/>
    <p:sldId id="1622" r:id="rId44"/>
    <p:sldId id="1623" r:id="rId45"/>
    <p:sldId id="1624" r:id="rId46"/>
    <p:sldId id="1627" r:id="rId47"/>
    <p:sldId id="1628" r:id="rId48"/>
    <p:sldId id="1629" r:id="rId49"/>
    <p:sldId id="1631" r:id="rId50"/>
    <p:sldId id="1630" r:id="rId51"/>
    <p:sldId id="1632" r:id="rId52"/>
    <p:sldId id="1633" r:id="rId53"/>
    <p:sldId id="1634" r:id="rId54"/>
    <p:sldId id="1635" r:id="rId55"/>
    <p:sldId id="1636" r:id="rId56"/>
    <p:sldId id="1637" r:id="rId57"/>
    <p:sldId id="1638" r:id="rId58"/>
    <p:sldId id="1639" r:id="rId59"/>
    <p:sldId id="1640" r:id="rId60"/>
    <p:sldId id="1641" r:id="rId61"/>
    <p:sldId id="1642" r:id="rId62"/>
    <p:sldId id="1643" r:id="rId63"/>
    <p:sldId id="1644" r:id="rId64"/>
    <p:sldId id="1645" r:id="rId65"/>
    <p:sldId id="1646" r:id="rId66"/>
    <p:sldId id="1647" r:id="rId67"/>
    <p:sldId id="1648" r:id="rId68"/>
    <p:sldId id="1649" r:id="rId69"/>
    <p:sldId id="1650" r:id="rId70"/>
    <p:sldId id="1651" r:id="rId71"/>
    <p:sldId id="1652" r:id="rId72"/>
    <p:sldId id="1654" r:id="rId73"/>
    <p:sldId id="1655" r:id="rId74"/>
    <p:sldId id="1657" r:id="rId75"/>
    <p:sldId id="1658" r:id="rId76"/>
    <p:sldId id="1659" r:id="rId77"/>
    <p:sldId id="1660" r:id="rId78"/>
    <p:sldId id="1661" r:id="rId79"/>
    <p:sldId id="1662" r:id="rId80"/>
    <p:sldId id="1663" r:id="rId8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97" autoAdjust="0"/>
    <p:restoredTop sz="95726" autoAdjust="0"/>
  </p:normalViewPr>
  <p:slideViewPr>
    <p:cSldViewPr snapToGrid="0">
      <p:cViewPr varScale="1">
        <p:scale>
          <a:sx n="92" d="100"/>
          <a:sy n="92" d="100"/>
        </p:scale>
        <p:origin x="54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6EFEF-B488-4401-9D81-0EE426595D85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9365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C40A9-876E-E47F-0945-DCDDB879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58248F-A6E6-5CB3-E2AA-C242047A6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77F91B-F434-933F-F24A-0A28349A4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7D7054-A6F7-8DD8-5619-DB2BDF479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6EFEF-B488-4401-9D81-0EE426595D85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462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7A07D-852E-4540-B3AD-C61475A0B18E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20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87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5.png"/><Relationship Id="rId10" Type="http://schemas.openxmlformats.org/officeDocument/2006/relationships/image" Target="../media/image89.png"/><Relationship Id="rId4" Type="http://schemas.openxmlformats.org/officeDocument/2006/relationships/image" Target="../media/image91.png"/><Relationship Id="rId9" Type="http://schemas.openxmlformats.org/officeDocument/2006/relationships/image" Target="../media/image8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jpg"/><Relationship Id="rId3" Type="http://schemas.openxmlformats.org/officeDocument/2006/relationships/image" Target="../media/image113.jpg"/><Relationship Id="rId7" Type="http://schemas.openxmlformats.org/officeDocument/2006/relationships/image" Target="../media/image117.jpg"/><Relationship Id="rId2" Type="http://schemas.openxmlformats.org/officeDocument/2006/relationships/image" Target="../media/image11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jpg"/><Relationship Id="rId5" Type="http://schemas.openxmlformats.org/officeDocument/2006/relationships/image" Target="../media/image115.jpg"/><Relationship Id="rId4" Type="http://schemas.openxmlformats.org/officeDocument/2006/relationships/image" Target="../media/image114.jp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5F3638-6E1F-32DE-7C12-788EA6F36870}"/>
              </a:ext>
            </a:extLst>
          </p:cNvPr>
          <p:cNvSpPr/>
          <p:nvPr/>
        </p:nvSpPr>
        <p:spPr>
          <a:xfrm>
            <a:off x="5956978" y="1249913"/>
            <a:ext cx="392787" cy="15328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100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200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300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400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500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600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3AAF20-5A9F-8570-659E-B050EC1F4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792184" y="1807508"/>
            <a:ext cx="2667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4B8402-68D2-A570-CE98-2D8D9AFA8F5D}"/>
              </a:ext>
            </a:extLst>
          </p:cNvPr>
          <p:cNvSpPr txBox="1"/>
          <p:nvPr/>
        </p:nvSpPr>
        <p:spPr>
          <a:xfrm rot="10800000" flipV="1">
            <a:off x="5832531" y="4484587"/>
            <a:ext cx="369332" cy="6096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200" dirty="0"/>
              <a:t>Row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803FE-9070-2381-1827-16F18872924E}"/>
              </a:ext>
            </a:extLst>
          </p:cNvPr>
          <p:cNvSpPr txBox="1"/>
          <p:nvPr/>
        </p:nvSpPr>
        <p:spPr>
          <a:xfrm rot="5400000">
            <a:off x="6017196" y="2877744"/>
            <a:ext cx="1846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8C8DC5-E9AD-9501-1E52-1068B1AEBDF5}"/>
              </a:ext>
            </a:extLst>
          </p:cNvPr>
          <p:cNvSpPr/>
          <p:nvPr/>
        </p:nvSpPr>
        <p:spPr>
          <a:xfrm>
            <a:off x="421338" y="502297"/>
            <a:ext cx="421325" cy="176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accent6"/>
                </a:solidFill>
              </a:rPr>
              <a:t>100</a:t>
            </a:r>
            <a:endParaRPr lang="ko-KR" altLang="en-US" sz="700" dirty="0">
              <a:solidFill>
                <a:schemeClr val="accent6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F0384B-52F3-88CC-79B5-B01B7866CEF8}"/>
              </a:ext>
            </a:extLst>
          </p:cNvPr>
          <p:cNvSpPr txBox="1"/>
          <p:nvPr/>
        </p:nvSpPr>
        <p:spPr>
          <a:xfrm rot="5400000">
            <a:off x="5715941" y="6006962"/>
            <a:ext cx="711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100</a:t>
            </a:r>
            <a:endParaRPr lang="ko-KR" altLang="en-US" sz="11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97B9D01-54AA-5B99-6CB6-87DDE7295DD5}"/>
              </a:ext>
            </a:extLst>
          </p:cNvPr>
          <p:cNvSpPr/>
          <p:nvPr/>
        </p:nvSpPr>
        <p:spPr>
          <a:xfrm>
            <a:off x="35860" y="491900"/>
            <a:ext cx="484093" cy="190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open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9BD68C-2D09-A5A7-2AB2-E0AB2FA10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708" y="0"/>
            <a:ext cx="102685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463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F3CFD6C-918C-B56E-0DAF-38FADBFF8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16" y="759848"/>
            <a:ext cx="11120284" cy="590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C1E0C5-5C11-8332-737A-387409B87A52}"/>
              </a:ext>
            </a:extLst>
          </p:cNvPr>
          <p:cNvSpPr txBox="1"/>
          <p:nvPr/>
        </p:nvSpPr>
        <p:spPr>
          <a:xfrm>
            <a:off x="226142" y="78658"/>
            <a:ext cx="2526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Step10.py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48005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CED7D-A951-7857-8306-A9919423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FE459CB-DF2C-705D-B02D-EBD620946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1331" y="135347"/>
            <a:ext cx="6286500" cy="64103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AACBE7-26E3-8701-1EA7-FADB6662D4E4}"/>
              </a:ext>
            </a:extLst>
          </p:cNvPr>
          <p:cNvSpPr txBox="1"/>
          <p:nvPr/>
        </p:nvSpPr>
        <p:spPr>
          <a:xfrm>
            <a:off x="7226709" y="1398918"/>
            <a:ext cx="4572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/>
              <a:t>상속은 "이미 만들어진 클래스(부모)의 기능(변수, 함수)을 물려받아, 새로운 클래스(자식)</a:t>
            </a:r>
            <a:r>
              <a:rPr lang="ko-KR" altLang="ko-KR" dirty="0" err="1"/>
              <a:t>를</a:t>
            </a:r>
            <a:r>
              <a:rPr lang="ko-KR" altLang="ko-KR" dirty="0"/>
              <a:t> 만드는 </a:t>
            </a:r>
            <a:r>
              <a:rPr lang="ko-KR" altLang="ko-KR" dirty="0" err="1"/>
              <a:t>것"입니다</a:t>
            </a:r>
            <a:r>
              <a:rPr lang="ko-KR" altLang="ko-KR" dirty="0"/>
              <a:t>.</a:t>
            </a:r>
            <a:endParaRPr lang="en-US" altLang="ko-KR" dirty="0"/>
          </a:p>
          <a:p>
            <a:pPr>
              <a:buNone/>
            </a:pPr>
            <a:endParaRPr lang="ko-KR" altLang="ko-KR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 dirty="0"/>
              <a:t>부모 클래스 (</a:t>
            </a:r>
            <a:r>
              <a:rPr lang="ko-KR" altLang="ko-KR" b="1" dirty="0" err="1"/>
              <a:t>Parent</a:t>
            </a:r>
            <a:r>
              <a:rPr lang="ko-KR" altLang="ko-KR" b="1" dirty="0"/>
              <a:t>/Super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물려주는 원본 클래스 (예: 포괄적인 개념 - '자동차’)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altLang="ko-KR" b="1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/>
              <a:t>자식 </a:t>
            </a:r>
            <a:r>
              <a:rPr lang="ko-KR" altLang="ko-KR" b="1" dirty="0"/>
              <a:t>클래스 (</a:t>
            </a:r>
            <a:r>
              <a:rPr lang="ko-KR" altLang="ko-KR" b="1" dirty="0" err="1"/>
              <a:t>Child</a:t>
            </a:r>
            <a:r>
              <a:rPr lang="ko-KR" altLang="ko-KR" b="1" dirty="0"/>
              <a:t>/</a:t>
            </a:r>
            <a:r>
              <a:rPr lang="ko-KR" altLang="ko-KR" b="1" dirty="0" err="1"/>
              <a:t>Sub</a:t>
            </a:r>
            <a:r>
              <a:rPr lang="ko-KR" altLang="ko-KR" b="1" dirty="0"/>
              <a:t>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물려받는 새로운 클래스 (예: 구체적인 개념 - '스포츠카’)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ko-KR" b="1" dirty="0"/>
              <a:t>현실 세계 비유:</a:t>
            </a:r>
            <a:r>
              <a:rPr lang="ko-KR" altLang="ko-KR" dirty="0"/>
              <a:t> 부모님이 부 부(재산, 재능)</a:t>
            </a:r>
            <a:r>
              <a:rPr lang="ko-KR" altLang="ko-KR" dirty="0" err="1"/>
              <a:t>를</a:t>
            </a:r>
            <a:r>
              <a:rPr lang="ko-KR" altLang="ko-KR" dirty="0"/>
              <a:t> 자식에게 상속하면, 자식은 부모님의 재산을 가지면서 동시에 자신만의 새로운 재산을 쌓을 수 있는 것과 같습니다.</a:t>
            </a:r>
          </a:p>
        </p:txBody>
      </p:sp>
    </p:spTree>
    <p:extLst>
      <p:ext uri="{BB962C8B-B14F-4D97-AF65-F5344CB8AC3E}">
        <p14:creationId xmlns:p14="http://schemas.microsoft.com/office/powerpoint/2010/main" val="1201770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4365B-BD61-805F-9BB2-BF43CE25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D2740A-2A95-F6CA-614E-081B3C8C6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3118"/>
          <a:stretch>
            <a:fillRect/>
          </a:stretch>
        </p:blipFill>
        <p:spPr>
          <a:xfrm>
            <a:off x="0" y="127819"/>
            <a:ext cx="12093677" cy="518140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592F503-7A9F-D3F2-606E-4A1E50064829}"/>
              </a:ext>
            </a:extLst>
          </p:cNvPr>
          <p:cNvSpPr/>
          <p:nvPr/>
        </p:nvSpPr>
        <p:spPr>
          <a:xfrm>
            <a:off x="3323303" y="3549445"/>
            <a:ext cx="1592826" cy="3342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3F70D2-49F1-AE33-CAEA-C27554419408}"/>
              </a:ext>
            </a:extLst>
          </p:cNvPr>
          <p:cNvSpPr/>
          <p:nvPr/>
        </p:nvSpPr>
        <p:spPr>
          <a:xfrm>
            <a:off x="9438968" y="3716592"/>
            <a:ext cx="2369574" cy="33429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928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4C8029-78B0-6AF3-336C-FD5744884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6395" y="678426"/>
            <a:ext cx="12039210" cy="5501148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15E399FF-A39E-32E7-6C2B-85F211CEBB34}"/>
              </a:ext>
            </a:extLst>
          </p:cNvPr>
          <p:cNvSpPr/>
          <p:nvPr/>
        </p:nvSpPr>
        <p:spPr>
          <a:xfrm>
            <a:off x="7737987" y="2821858"/>
            <a:ext cx="1425678" cy="6784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314D80B3-7D42-752F-5428-DF70DE418EF9}"/>
              </a:ext>
            </a:extLst>
          </p:cNvPr>
          <p:cNvSpPr/>
          <p:nvPr/>
        </p:nvSpPr>
        <p:spPr>
          <a:xfrm>
            <a:off x="9797845" y="5324168"/>
            <a:ext cx="1425678" cy="6784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6041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E6033B-5706-ACA7-D32A-424E2459D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3100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4627CCB-9243-6B25-787D-7600FB834F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43"/>
          <a:stretch>
            <a:fillRect/>
          </a:stretch>
        </p:blipFill>
        <p:spPr>
          <a:xfrm>
            <a:off x="2871018" y="3276216"/>
            <a:ext cx="9320981" cy="3581784"/>
          </a:xfrm>
          <a:prstGeom prst="rect">
            <a:avLst/>
          </a:prstGeom>
        </p:spPr>
      </p:pic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69D47CE0-A5BD-9F07-767B-52C479A80CBB}"/>
              </a:ext>
            </a:extLst>
          </p:cNvPr>
          <p:cNvSpPr/>
          <p:nvPr/>
        </p:nvSpPr>
        <p:spPr>
          <a:xfrm>
            <a:off x="7561006" y="4807974"/>
            <a:ext cx="1111046" cy="40312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2561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F329F0B-7AEF-44DC-2554-4480E02C7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187" y="915142"/>
            <a:ext cx="7647224" cy="594285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480FC0A-5715-291C-399B-D21D1EBADFE8}"/>
              </a:ext>
            </a:extLst>
          </p:cNvPr>
          <p:cNvSpPr/>
          <p:nvPr/>
        </p:nvSpPr>
        <p:spPr>
          <a:xfrm>
            <a:off x="2930013" y="4277032"/>
            <a:ext cx="6843252" cy="19566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CCA004-B114-1C11-5690-59638FAD6EDC}"/>
              </a:ext>
            </a:extLst>
          </p:cNvPr>
          <p:cNvSpPr txBox="1"/>
          <p:nvPr/>
        </p:nvSpPr>
        <p:spPr>
          <a:xfrm>
            <a:off x="766917" y="255016"/>
            <a:ext cx="7187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여기서 </a:t>
            </a:r>
            <a:r>
              <a:rPr lang="ko-KR" altLang="en-US" dirty="0" err="1"/>
              <a:t>뒤짚히지</a:t>
            </a:r>
            <a:r>
              <a:rPr lang="ko-KR" altLang="en-US" dirty="0"/>
              <a:t> 않는다면</a:t>
            </a:r>
            <a:r>
              <a:rPr lang="en-US" altLang="ko-KR" dirty="0"/>
              <a:t>, </a:t>
            </a:r>
            <a:r>
              <a:rPr lang="ko-KR" altLang="en-US" dirty="0"/>
              <a:t>다른 곳은 없는데</a:t>
            </a:r>
          </a:p>
        </p:txBody>
      </p:sp>
    </p:spTree>
    <p:extLst>
      <p:ext uri="{BB962C8B-B14F-4D97-AF65-F5344CB8AC3E}">
        <p14:creationId xmlns:p14="http://schemas.microsoft.com/office/powerpoint/2010/main" val="22756197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AE414-DA08-56A5-139A-1C477B957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CF8F1E-68FB-E090-1BC2-B889B39957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9435" b="44224"/>
          <a:stretch>
            <a:fillRect/>
          </a:stretch>
        </p:blipFill>
        <p:spPr>
          <a:xfrm>
            <a:off x="6322141" y="3169674"/>
            <a:ext cx="3726426" cy="361261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CDFAED8-1EFC-7054-81F3-2484772655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597" b="44269"/>
          <a:stretch>
            <a:fillRect/>
          </a:stretch>
        </p:blipFill>
        <p:spPr>
          <a:xfrm>
            <a:off x="2487562" y="3105766"/>
            <a:ext cx="3706761" cy="360966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6A8B2FA-012C-398D-E2E2-CE833B38A334}"/>
              </a:ext>
            </a:extLst>
          </p:cNvPr>
          <p:cNvSpPr/>
          <p:nvPr/>
        </p:nvSpPr>
        <p:spPr>
          <a:xfrm>
            <a:off x="2812026" y="3937821"/>
            <a:ext cx="3283974" cy="36870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DF65C96-6F3E-64E0-A7C9-5061C46B4F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5412"/>
          <a:stretch>
            <a:fillRect/>
          </a:stretch>
        </p:blipFill>
        <p:spPr>
          <a:xfrm>
            <a:off x="1740309" y="833633"/>
            <a:ext cx="8711381" cy="21848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9717AD-6BA9-6494-5F91-9EF2A1B345EB}"/>
              </a:ext>
            </a:extLst>
          </p:cNvPr>
          <p:cNvSpPr txBox="1"/>
          <p:nvPr/>
        </p:nvSpPr>
        <p:spPr>
          <a:xfrm>
            <a:off x="373626" y="0"/>
            <a:ext cx="572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정작</a:t>
            </a:r>
            <a:r>
              <a:rPr lang="en-US" altLang="ko-KR" dirty="0"/>
              <a:t>, CSV </a:t>
            </a:r>
            <a:r>
              <a:rPr lang="ko-KR" altLang="en-US" dirty="0"/>
              <a:t>파일들 내용 그대로</a:t>
            </a:r>
            <a:r>
              <a:rPr lang="en-US" altLang="ko-KR" dirty="0"/>
              <a:t>, IMPORT  </a:t>
            </a:r>
            <a:r>
              <a:rPr lang="ko-KR" altLang="en-US" dirty="0"/>
              <a:t>되고 있어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07038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95D325E-3A3A-6F5F-D926-2485EC31D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4987"/>
            <a:ext cx="12192000" cy="648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7325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3FFCDF-9A21-1A74-DDF4-394C01D2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802BB3-7E66-477E-A5D8-A997302F3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42C325-81E0-2A12-164F-B09912FFA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477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FA66B2-0273-6080-EE31-D3F58723AF76}"/>
              </a:ext>
            </a:extLst>
          </p:cNvPr>
          <p:cNvSpPr txBox="1"/>
          <p:nvPr/>
        </p:nvSpPr>
        <p:spPr>
          <a:xfrm>
            <a:off x="0" y="0"/>
            <a:ext cx="262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ROI=83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267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69EA3F-CE81-EA6D-6ADB-33BCDFA8F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7496A4-B843-AC43-6035-003AE30AA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47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FD3273-CC7D-D848-5A50-14F4DA80CAB6}"/>
              </a:ext>
            </a:extLst>
          </p:cNvPr>
          <p:cNvSpPr txBox="1"/>
          <p:nvPr/>
        </p:nvSpPr>
        <p:spPr>
          <a:xfrm>
            <a:off x="0" y="0"/>
            <a:ext cx="262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ROI=84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6599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ACB91-A1B0-DB00-C608-A00D532D7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294"/>
            <a:ext cx="10596716" cy="677094"/>
          </a:xfrm>
        </p:spPr>
        <p:txBody>
          <a:bodyPr>
            <a:noAutofit/>
          </a:bodyPr>
          <a:lstStyle/>
          <a:p>
            <a:r>
              <a:rPr lang="ko-KR" altLang="en-US" sz="3000" dirty="0"/>
              <a:t>지그재그 </a:t>
            </a:r>
            <a:r>
              <a:rPr lang="en-US" altLang="ko-KR" sz="3000" dirty="0"/>
              <a:t>Abeam </a:t>
            </a:r>
            <a:r>
              <a:rPr lang="ko-KR" altLang="en-US" sz="3000" dirty="0"/>
              <a:t>기록들 </a:t>
            </a:r>
            <a:r>
              <a:rPr lang="en-US" altLang="ko-KR" sz="3000" dirty="0"/>
              <a:t>: </a:t>
            </a:r>
            <a:r>
              <a:rPr lang="ko-KR" altLang="en-US" sz="3000" dirty="0"/>
              <a:t>홀수줄은 </a:t>
            </a:r>
            <a:r>
              <a:rPr lang="en-US" altLang="ko-KR" sz="3000" dirty="0"/>
              <a:t>Col</a:t>
            </a:r>
            <a:r>
              <a:rPr lang="ko-KR" altLang="en-US" sz="3000" dirty="0"/>
              <a:t>기준 </a:t>
            </a:r>
            <a:r>
              <a:rPr lang="ko-KR" altLang="en-US" sz="3000" dirty="0" err="1"/>
              <a:t>뒤짚음</a:t>
            </a:r>
            <a:r>
              <a:rPr lang="ko-KR" altLang="en-US" sz="3000" dirty="0"/>
              <a:t> 필요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BE2F45F-DC6D-740A-0201-894353572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70384"/>
            <a:ext cx="10225548" cy="543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816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EEAFF22-5F7A-72CF-20F5-60B7FF3FC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90" b="59374"/>
          <a:stretch>
            <a:fillRect/>
          </a:stretch>
        </p:blipFill>
        <p:spPr>
          <a:xfrm>
            <a:off x="0" y="190500"/>
            <a:ext cx="5633884" cy="2631358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FB91AB8-7D5B-F45D-4B74-ACFFB1652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90" b="59374"/>
          <a:stretch>
            <a:fillRect/>
          </a:stretch>
        </p:blipFill>
        <p:spPr>
          <a:xfrm>
            <a:off x="157317" y="2113321"/>
            <a:ext cx="5633884" cy="2631358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14158DF-0002-8E88-4EFB-CFEDD826A9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9374"/>
          <a:stretch>
            <a:fillRect/>
          </a:stretch>
        </p:blipFill>
        <p:spPr>
          <a:xfrm>
            <a:off x="157317" y="4269044"/>
            <a:ext cx="5722375" cy="2631358"/>
          </a:xfrm>
          <a:prstGeom prst="rect">
            <a:avLst/>
          </a:prstGeom>
          <a:ln>
            <a:solidFill>
              <a:srgbClr val="00B0F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800D60-A9DD-7DA3-2231-5D1C2F37AC28}"/>
              </a:ext>
            </a:extLst>
          </p:cNvPr>
          <p:cNvSpPr txBox="1"/>
          <p:nvPr/>
        </p:nvSpPr>
        <p:spPr>
          <a:xfrm>
            <a:off x="5122606" y="189893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1BD890-282C-8F57-B758-9B80CC0183D6}"/>
              </a:ext>
            </a:extLst>
          </p:cNvPr>
          <p:cNvSpPr txBox="1"/>
          <p:nvPr/>
        </p:nvSpPr>
        <p:spPr>
          <a:xfrm>
            <a:off x="5279923" y="2113321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D6396-0C5A-2344-72FB-65B85389DA52}"/>
              </a:ext>
            </a:extLst>
          </p:cNvPr>
          <p:cNvSpPr txBox="1"/>
          <p:nvPr/>
        </p:nvSpPr>
        <p:spPr>
          <a:xfrm>
            <a:off x="5378245" y="4269044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71295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34A26-C8A1-3628-5B3B-EDFE0BC50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B17021-DBB9-2E46-E859-D8D11A966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58" b="59526"/>
          <a:stretch>
            <a:fillRect/>
          </a:stretch>
        </p:blipFill>
        <p:spPr>
          <a:xfrm>
            <a:off x="44247" y="72512"/>
            <a:ext cx="6430297" cy="2621526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E9E1BD0-EFA0-59BE-B29F-2B0A7D136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32" b="59526"/>
          <a:stretch>
            <a:fillRect/>
          </a:stretch>
        </p:blipFill>
        <p:spPr>
          <a:xfrm>
            <a:off x="44247" y="2694038"/>
            <a:ext cx="6518789" cy="2621526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E7E770-5913-F74C-48D2-56EA75DC6FA8}"/>
              </a:ext>
            </a:extLst>
          </p:cNvPr>
          <p:cNvSpPr txBox="1"/>
          <p:nvPr/>
        </p:nvSpPr>
        <p:spPr>
          <a:xfrm>
            <a:off x="5985389" y="72512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45228-B702-B491-84D1-E86077950F04}"/>
              </a:ext>
            </a:extLst>
          </p:cNvPr>
          <p:cNvSpPr txBox="1"/>
          <p:nvPr/>
        </p:nvSpPr>
        <p:spPr>
          <a:xfrm>
            <a:off x="6051758" y="2694038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042873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136C-6E03-3E42-157A-008C863E2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14F1163-491B-9E72-C294-16BB5FFF6E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68" t="40626"/>
          <a:stretch>
            <a:fillRect/>
          </a:stretch>
        </p:blipFill>
        <p:spPr>
          <a:xfrm>
            <a:off x="-9832" y="0"/>
            <a:ext cx="6282813" cy="38456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D4D91D-5B52-541E-F001-AAB9C639CC0D}"/>
              </a:ext>
            </a:extLst>
          </p:cNvPr>
          <p:cNvSpPr txBox="1"/>
          <p:nvPr/>
        </p:nvSpPr>
        <p:spPr>
          <a:xfrm>
            <a:off x="5761703" y="0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19139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1E671-DD46-AE3C-BA3A-9CE60F82B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51540D9-1C50-1141-027D-ADB5134E247A}"/>
              </a:ext>
            </a:extLst>
          </p:cNvPr>
          <p:cNvSpPr txBox="1"/>
          <p:nvPr/>
        </p:nvSpPr>
        <p:spPr>
          <a:xfrm>
            <a:off x="5122606" y="223759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8.6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DE172E-FEE7-585E-C93F-F0AAD37A1F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45" b="59160"/>
          <a:stretch>
            <a:fillRect/>
          </a:stretch>
        </p:blipFill>
        <p:spPr>
          <a:xfrm>
            <a:off x="34410" y="4344013"/>
            <a:ext cx="5712541" cy="2645180"/>
          </a:xfrm>
          <a:prstGeom prst="rect">
            <a:avLst/>
          </a:prstGeom>
          <a:ln>
            <a:solidFill>
              <a:srgbClr val="00B0F0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501DCAA-0DCC-F1E3-7F0A-89DD78C8C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45" b="59160"/>
          <a:stretch>
            <a:fillRect/>
          </a:stretch>
        </p:blipFill>
        <p:spPr>
          <a:xfrm>
            <a:off x="0" y="33866"/>
            <a:ext cx="5712541" cy="2645180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68A281E-9F05-5E33-3871-AC8857DB47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45" b="59160"/>
          <a:stretch>
            <a:fillRect/>
          </a:stretch>
        </p:blipFill>
        <p:spPr>
          <a:xfrm>
            <a:off x="17205" y="2475742"/>
            <a:ext cx="5712541" cy="26451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6F8B6D5-C26C-14FD-6265-4B52254C5F2C}"/>
              </a:ext>
            </a:extLst>
          </p:cNvPr>
          <p:cNvSpPr txBox="1"/>
          <p:nvPr/>
        </p:nvSpPr>
        <p:spPr>
          <a:xfrm>
            <a:off x="5201263" y="33866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97BB0C-E84A-198D-59E4-BB2BD5CCBF46}"/>
              </a:ext>
            </a:extLst>
          </p:cNvPr>
          <p:cNvSpPr txBox="1"/>
          <p:nvPr/>
        </p:nvSpPr>
        <p:spPr>
          <a:xfrm>
            <a:off x="5184058" y="2658863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0C21F0-7C29-60AC-836D-95ED82029D82}"/>
              </a:ext>
            </a:extLst>
          </p:cNvPr>
          <p:cNvSpPr txBox="1"/>
          <p:nvPr/>
        </p:nvSpPr>
        <p:spPr>
          <a:xfrm>
            <a:off x="5218468" y="4174575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524021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3FBD3-3068-5DCD-DD03-31F989850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A30626C-36D1-0B7B-1FA6-F94BE5B53B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70" r="1150" b="59160"/>
          <a:stretch>
            <a:fillRect/>
          </a:stretch>
        </p:blipFill>
        <p:spPr>
          <a:xfrm>
            <a:off x="5928852" y="2482653"/>
            <a:ext cx="6105832" cy="26451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E469EEC-AF6D-BBC2-E22B-3D2AF18264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69" r="2017" b="59160"/>
          <a:stretch>
            <a:fillRect/>
          </a:stretch>
        </p:blipFill>
        <p:spPr>
          <a:xfrm>
            <a:off x="5946056" y="0"/>
            <a:ext cx="6000137" cy="2645180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5D63756-5674-FA86-BD0D-A82C27388670}"/>
              </a:ext>
            </a:extLst>
          </p:cNvPr>
          <p:cNvSpPr txBox="1"/>
          <p:nvPr/>
        </p:nvSpPr>
        <p:spPr>
          <a:xfrm>
            <a:off x="5946056" y="0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779DC1-B160-6A4C-3ED2-B49ED3B6C7CC}"/>
              </a:ext>
            </a:extLst>
          </p:cNvPr>
          <p:cNvSpPr txBox="1"/>
          <p:nvPr/>
        </p:nvSpPr>
        <p:spPr>
          <a:xfrm>
            <a:off x="5928852" y="2460514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34926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287E1-A7D4-AFFA-A2C9-33F1AF6DC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5E7609A-61E1-47CB-E247-A590D666E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70" t="41211" r="128" b="4513"/>
          <a:stretch>
            <a:fillRect/>
          </a:stretch>
        </p:blipFill>
        <p:spPr>
          <a:xfrm>
            <a:off x="209756" y="2460514"/>
            <a:ext cx="6230374" cy="3515359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006A58-36A7-1E00-71CB-14868B8379EE}"/>
              </a:ext>
            </a:extLst>
          </p:cNvPr>
          <p:cNvSpPr txBox="1"/>
          <p:nvPr/>
        </p:nvSpPr>
        <p:spPr>
          <a:xfrm>
            <a:off x="5928852" y="2460514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38946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DECD-FB34-4E2A-02E4-D45AC0314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4657B46-D38C-346B-A125-827F57FA2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833" b="58330"/>
          <a:stretch>
            <a:fillRect/>
          </a:stretch>
        </p:blipFill>
        <p:spPr>
          <a:xfrm>
            <a:off x="429178" y="2295145"/>
            <a:ext cx="5750560" cy="2699004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588901-C980-583D-77C7-6D193A9A28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833" b="58625"/>
          <a:stretch>
            <a:fillRect/>
          </a:stretch>
        </p:blipFill>
        <p:spPr>
          <a:xfrm>
            <a:off x="527993" y="4006740"/>
            <a:ext cx="5750560" cy="2679882"/>
          </a:xfrm>
          <a:prstGeom prst="rect">
            <a:avLst/>
          </a:prstGeom>
          <a:ln>
            <a:solidFill>
              <a:srgbClr val="00B0F0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B3D1407-10A1-5DA1-4417-7F1A829B05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520" b="58625"/>
          <a:stretch>
            <a:fillRect/>
          </a:stretch>
        </p:blipFill>
        <p:spPr>
          <a:xfrm>
            <a:off x="429178" y="109383"/>
            <a:ext cx="5666822" cy="267988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11D681F-6BCE-C612-BAEA-4872BEDB4CE2}"/>
              </a:ext>
            </a:extLst>
          </p:cNvPr>
          <p:cNvSpPr txBox="1"/>
          <p:nvPr/>
        </p:nvSpPr>
        <p:spPr>
          <a:xfrm>
            <a:off x="5584722" y="109383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C720BE-04FD-287A-3DE9-20FA120D4002}"/>
              </a:ext>
            </a:extLst>
          </p:cNvPr>
          <p:cNvSpPr txBox="1"/>
          <p:nvPr/>
        </p:nvSpPr>
        <p:spPr>
          <a:xfrm>
            <a:off x="5668460" y="2295145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696101-570F-F04B-AB67-68449E5FB4DB}"/>
              </a:ext>
            </a:extLst>
          </p:cNvPr>
          <p:cNvSpPr txBox="1"/>
          <p:nvPr/>
        </p:nvSpPr>
        <p:spPr>
          <a:xfrm>
            <a:off x="5767275" y="4008858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83993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143BC-A48A-C611-F38B-88721D78F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43A094B-434E-D047-B004-C62CA5EE9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38" r="2229" b="58330"/>
          <a:stretch>
            <a:fillRect/>
          </a:stretch>
        </p:blipFill>
        <p:spPr>
          <a:xfrm>
            <a:off x="6371302" y="2295145"/>
            <a:ext cx="5978013" cy="2699004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804F2AB-3C69-E3B4-AC02-E35A2719D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38" r="2229" b="58625"/>
          <a:stretch>
            <a:fillRect/>
          </a:stretch>
        </p:blipFill>
        <p:spPr>
          <a:xfrm>
            <a:off x="6371301" y="109383"/>
            <a:ext cx="5978013" cy="267988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66F159-2F1C-57D9-00D1-C7A8F35607B4}"/>
              </a:ext>
            </a:extLst>
          </p:cNvPr>
          <p:cNvSpPr txBox="1"/>
          <p:nvPr/>
        </p:nvSpPr>
        <p:spPr>
          <a:xfrm>
            <a:off x="11838036" y="77363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68A936-2F8A-D344-FDA2-6AC5E9D91E77}"/>
              </a:ext>
            </a:extLst>
          </p:cNvPr>
          <p:cNvSpPr txBox="1"/>
          <p:nvPr/>
        </p:nvSpPr>
        <p:spPr>
          <a:xfrm>
            <a:off x="11838037" y="2314745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46729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AADB3-5602-FE89-C00F-B2B5677BA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D0502FB-0B4C-6354-8E66-6A741FB7C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90" t="40337" r="1326" b="7428"/>
          <a:stretch>
            <a:fillRect/>
          </a:stretch>
        </p:blipFill>
        <p:spPr>
          <a:xfrm>
            <a:off x="247445" y="383130"/>
            <a:ext cx="6106160" cy="33832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D9DD28-F292-E91E-9805-1EABCD286665}"/>
              </a:ext>
            </a:extLst>
          </p:cNvPr>
          <p:cNvSpPr txBox="1"/>
          <p:nvPr/>
        </p:nvSpPr>
        <p:spPr>
          <a:xfrm>
            <a:off x="5842327" y="383130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04469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05CF0-4A23-A58B-9F70-E61794DB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3F6EDD3-02EC-917E-CC23-588D3E81B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90" t="40337" r="1326" b="7428"/>
          <a:stretch>
            <a:fillRect/>
          </a:stretch>
        </p:blipFill>
        <p:spPr>
          <a:xfrm>
            <a:off x="247445" y="383130"/>
            <a:ext cx="6106160" cy="33832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60A63E-9193-5A96-B193-A60EF8C81627}"/>
              </a:ext>
            </a:extLst>
          </p:cNvPr>
          <p:cNvSpPr txBox="1"/>
          <p:nvPr/>
        </p:nvSpPr>
        <p:spPr>
          <a:xfrm>
            <a:off x="5842327" y="383130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66DC67-0655-9E71-1BC5-61BC601201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35" t="5065" b="6282"/>
          <a:stretch>
            <a:fillRect/>
          </a:stretch>
        </p:blipFill>
        <p:spPr>
          <a:xfrm>
            <a:off x="645324" y="1245091"/>
            <a:ext cx="6225786" cy="574204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11441D-7749-3A1F-893D-A328C72E59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29" t="4496" r="1129" b="6851"/>
          <a:stretch>
            <a:fillRect/>
          </a:stretch>
        </p:blipFill>
        <p:spPr>
          <a:xfrm>
            <a:off x="5982765" y="732831"/>
            <a:ext cx="6430296" cy="5742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142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712E8-9DB5-2C24-7889-DC4162EC4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E6D1C848-8BBF-C9BC-D68D-9D2CF1FA15EC}"/>
              </a:ext>
            </a:extLst>
          </p:cNvPr>
          <p:cNvSpPr txBox="1"/>
          <p:nvPr/>
        </p:nvSpPr>
        <p:spPr>
          <a:xfrm>
            <a:off x="5668460" y="2295145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BF4F99-3FEA-A1C5-19A2-11CC66F1A97C}"/>
              </a:ext>
            </a:extLst>
          </p:cNvPr>
          <p:cNvSpPr txBox="1"/>
          <p:nvPr/>
        </p:nvSpPr>
        <p:spPr>
          <a:xfrm>
            <a:off x="5767275" y="4008858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91A88F-2C80-B80B-9042-7CC90A6DF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235975" y="387145"/>
            <a:ext cx="5722375" cy="26586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232EBD8-1616-15B9-DCB1-B64A2A3221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1514168" y="2038964"/>
            <a:ext cx="5722375" cy="2658642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BF966B4-F791-6AF9-810B-4E3C3A858B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4680156" y="3202792"/>
            <a:ext cx="5722375" cy="2658642"/>
          </a:xfrm>
          <a:prstGeom prst="rect">
            <a:avLst/>
          </a:prstGeom>
          <a:ln>
            <a:solidFill>
              <a:srgbClr val="00B0F0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CD99EC3-6463-D9DB-2F03-A7273F74E658}"/>
              </a:ext>
            </a:extLst>
          </p:cNvPr>
          <p:cNvSpPr txBox="1"/>
          <p:nvPr/>
        </p:nvSpPr>
        <p:spPr>
          <a:xfrm>
            <a:off x="5305161" y="387145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A7E334-E5B9-44D4-BD94-AE89A72C86B2}"/>
              </a:ext>
            </a:extLst>
          </p:cNvPr>
          <p:cNvSpPr txBox="1"/>
          <p:nvPr/>
        </p:nvSpPr>
        <p:spPr>
          <a:xfrm>
            <a:off x="6571392" y="2038964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74695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B4C4E-216E-E77D-1016-21E53848D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9880E60-F2DA-F50F-7FD3-8E0660B5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5" r="1934" b="58952"/>
          <a:stretch>
            <a:fillRect/>
          </a:stretch>
        </p:blipFill>
        <p:spPr>
          <a:xfrm>
            <a:off x="6233652" y="387145"/>
            <a:ext cx="5958348" cy="26586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9D8668-A624-2FFF-FD78-4015AD338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30" r="563" b="58952"/>
          <a:stretch>
            <a:fillRect/>
          </a:stretch>
        </p:blipFill>
        <p:spPr>
          <a:xfrm>
            <a:off x="5850194" y="3429000"/>
            <a:ext cx="6194322" cy="2658642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2BF9A6E-436E-B3C4-C375-11F71B4333CE}"/>
              </a:ext>
            </a:extLst>
          </p:cNvPr>
          <p:cNvSpPr txBox="1"/>
          <p:nvPr/>
        </p:nvSpPr>
        <p:spPr>
          <a:xfrm>
            <a:off x="11538811" y="416035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8E6942-3E78-F8FF-DCF2-1BFB53782679}"/>
              </a:ext>
            </a:extLst>
          </p:cNvPr>
          <p:cNvSpPr txBox="1"/>
          <p:nvPr/>
        </p:nvSpPr>
        <p:spPr>
          <a:xfrm>
            <a:off x="11391327" y="3429000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63515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36A26-C77A-3623-FF4C-A7C89EC6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BEBB628-8EBB-A5DA-8B12-B9E795ED8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30" t="43272" r="563" b="4805"/>
          <a:stretch>
            <a:fillRect/>
          </a:stretch>
        </p:blipFill>
        <p:spPr>
          <a:xfrm>
            <a:off x="285136" y="2987040"/>
            <a:ext cx="6194322" cy="3362959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820D5F-4D0B-020F-51DE-E66582C0EF10}"/>
              </a:ext>
            </a:extLst>
          </p:cNvPr>
          <p:cNvSpPr txBox="1"/>
          <p:nvPr/>
        </p:nvSpPr>
        <p:spPr>
          <a:xfrm>
            <a:off x="5826269" y="2987040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10.5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70065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B1BFF-A65C-9EA1-18EE-D3DB43287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316AC6AA-3D04-5581-89A6-C9196EE48492}"/>
              </a:ext>
            </a:extLst>
          </p:cNvPr>
          <p:cNvSpPr txBox="1"/>
          <p:nvPr/>
        </p:nvSpPr>
        <p:spPr>
          <a:xfrm>
            <a:off x="5767275" y="4008858"/>
            <a:ext cx="511278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9.7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11E171-BDCD-0BC8-5D78-FBF1703320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235975" y="254811"/>
            <a:ext cx="5722375" cy="26586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69A47A6-93E0-7751-5428-52D3ED1EDC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707268" y="2249226"/>
            <a:ext cx="5722375" cy="2658642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EEB3BA-ED99-EBE4-26A1-45C74BBB4A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4" b="58952"/>
          <a:stretch>
            <a:fillRect/>
          </a:stretch>
        </p:blipFill>
        <p:spPr>
          <a:xfrm>
            <a:off x="952091" y="3944548"/>
            <a:ext cx="5722375" cy="2658642"/>
          </a:xfrm>
          <a:prstGeom prst="rect">
            <a:avLst/>
          </a:prstGeom>
          <a:ln>
            <a:solidFill>
              <a:srgbClr val="00B0F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FED3E03-AA55-84C4-3F21-B9F2BA0EDE27}"/>
              </a:ext>
            </a:extLst>
          </p:cNvPr>
          <p:cNvSpPr txBox="1"/>
          <p:nvPr/>
        </p:nvSpPr>
        <p:spPr>
          <a:xfrm>
            <a:off x="5305161" y="254811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11.3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51409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D8F14-7973-5F38-2D7A-B84809DC1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84B17A2-3F9B-8198-DCB9-9CC33EF857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5" r="1267" b="58952"/>
          <a:stretch>
            <a:fillRect/>
          </a:stretch>
        </p:blipFill>
        <p:spPr>
          <a:xfrm>
            <a:off x="6096000" y="254811"/>
            <a:ext cx="6039628" cy="26586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3DFE663-647E-80AE-57D5-3EDFEC7B53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17" r="2050" b="58952"/>
          <a:stretch>
            <a:fillRect/>
          </a:stretch>
        </p:blipFill>
        <p:spPr>
          <a:xfrm>
            <a:off x="5958350" y="3429000"/>
            <a:ext cx="5953760" cy="2658642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29D0235-B3CF-157F-3230-CCEA21481EF2}"/>
              </a:ext>
            </a:extLst>
          </p:cNvPr>
          <p:cNvSpPr txBox="1"/>
          <p:nvPr/>
        </p:nvSpPr>
        <p:spPr>
          <a:xfrm>
            <a:off x="5305161" y="254811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11.3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24298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1659-D358-D5CF-5F35-E8CB4F9D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33F696-106B-4574-BB88-EBAEDFFB7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5" t="43125" r="1267" b="4168"/>
          <a:stretch>
            <a:fillRect/>
          </a:stretch>
        </p:blipFill>
        <p:spPr>
          <a:xfrm>
            <a:off x="6096000" y="121920"/>
            <a:ext cx="6039628" cy="3413759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1C6FEA-CBC7-F041-03F7-933912F5CD12}"/>
              </a:ext>
            </a:extLst>
          </p:cNvPr>
          <p:cNvSpPr txBox="1"/>
          <p:nvPr/>
        </p:nvSpPr>
        <p:spPr>
          <a:xfrm>
            <a:off x="5305161" y="254811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11.3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92A5A6F-7D73-5A26-870D-CF05301E6A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776" t="4042" r="1686" b="5009"/>
          <a:stretch>
            <a:fillRect/>
          </a:stretch>
        </p:blipFill>
        <p:spPr>
          <a:xfrm>
            <a:off x="56372" y="845328"/>
            <a:ext cx="6039628" cy="5890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36379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2B187-034A-1A6D-1039-3B5E22A4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F8EE181-4B75-6527-8855-8F4A2D681A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85" b="60071"/>
          <a:stretch>
            <a:fillRect/>
          </a:stretch>
        </p:blipFill>
        <p:spPr>
          <a:xfrm>
            <a:off x="2624558" y="1607306"/>
            <a:ext cx="5707625" cy="2586218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8D2EABD-74F2-9FEC-85B7-6A5A25A10B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85" b="58348"/>
          <a:stretch>
            <a:fillRect/>
          </a:stretch>
        </p:blipFill>
        <p:spPr>
          <a:xfrm>
            <a:off x="5478370" y="3901797"/>
            <a:ext cx="5707625" cy="2697793"/>
          </a:xfrm>
          <a:prstGeom prst="rect">
            <a:avLst/>
          </a:prstGeom>
          <a:ln>
            <a:solidFill>
              <a:srgbClr val="00B0F0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BB6AA02-9958-06C2-992F-924618873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86" b="58348"/>
          <a:stretch>
            <a:fillRect/>
          </a:stretch>
        </p:blipFill>
        <p:spPr>
          <a:xfrm>
            <a:off x="167805" y="37843"/>
            <a:ext cx="5707625" cy="2697793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C01DEF-6105-8D1D-74DD-1C7979036909}"/>
              </a:ext>
            </a:extLst>
          </p:cNvPr>
          <p:cNvSpPr txBox="1"/>
          <p:nvPr/>
        </p:nvSpPr>
        <p:spPr>
          <a:xfrm>
            <a:off x="5222241" y="37843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6CE2EC-34E4-387D-0F7B-C0399FEE9DD6}"/>
              </a:ext>
            </a:extLst>
          </p:cNvPr>
          <p:cNvSpPr txBox="1"/>
          <p:nvPr/>
        </p:nvSpPr>
        <p:spPr>
          <a:xfrm>
            <a:off x="7678993" y="1607306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A373F1-22D0-BFB1-5931-E6464D662563}"/>
              </a:ext>
            </a:extLst>
          </p:cNvPr>
          <p:cNvSpPr txBox="1"/>
          <p:nvPr/>
        </p:nvSpPr>
        <p:spPr>
          <a:xfrm>
            <a:off x="10566562" y="3901797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440601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D3FE1-6F9B-9200-5DE6-DC207437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03FD60E-A7CB-C38E-0E78-A8E8A06BA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58" r="2413" b="60071"/>
          <a:stretch>
            <a:fillRect/>
          </a:stretch>
        </p:blipFill>
        <p:spPr>
          <a:xfrm>
            <a:off x="6263148" y="3809732"/>
            <a:ext cx="5928852" cy="2586218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E9C82A-9E48-87FA-8B48-F5430A7CC4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23" r="1378" b="58348"/>
          <a:stretch>
            <a:fillRect/>
          </a:stretch>
        </p:blipFill>
        <p:spPr>
          <a:xfrm>
            <a:off x="6096000" y="37843"/>
            <a:ext cx="6096000" cy="2697793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54A41AB-2172-606D-623F-5EFDDB197327}"/>
              </a:ext>
            </a:extLst>
          </p:cNvPr>
          <p:cNvSpPr txBox="1"/>
          <p:nvPr/>
        </p:nvSpPr>
        <p:spPr>
          <a:xfrm>
            <a:off x="5222241" y="37843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8B6DC6-197D-1D46-4607-DB47DC8F9D17}"/>
              </a:ext>
            </a:extLst>
          </p:cNvPr>
          <p:cNvSpPr txBox="1"/>
          <p:nvPr/>
        </p:nvSpPr>
        <p:spPr>
          <a:xfrm>
            <a:off x="5348748" y="3809732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318771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195C-06F5-9313-F03D-9E6C57B5E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ED0FF11-CF89-D9FC-C4E4-BF8983B64D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58" t="43424" r="1821" b="6694"/>
          <a:stretch>
            <a:fillRect/>
          </a:stretch>
        </p:blipFill>
        <p:spPr>
          <a:xfrm>
            <a:off x="1720644" y="3515360"/>
            <a:ext cx="6000955" cy="32308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851178-3764-3636-1E82-867D9C15F32E}"/>
              </a:ext>
            </a:extLst>
          </p:cNvPr>
          <p:cNvSpPr txBox="1"/>
          <p:nvPr/>
        </p:nvSpPr>
        <p:spPr>
          <a:xfrm>
            <a:off x="1641987" y="3515360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067599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9A254-31C1-F27B-5F7F-99F3E883A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4B94B68-69BF-28F1-0CEC-05AE5C3801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58" t="43424" r="1821" b="6694"/>
          <a:stretch>
            <a:fillRect/>
          </a:stretch>
        </p:blipFill>
        <p:spPr>
          <a:xfrm>
            <a:off x="281858" y="53094"/>
            <a:ext cx="6000955" cy="3230880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3AE78E-9601-96A1-5955-B2BA9486C2D3}"/>
              </a:ext>
            </a:extLst>
          </p:cNvPr>
          <p:cNvSpPr txBox="1"/>
          <p:nvPr/>
        </p:nvSpPr>
        <p:spPr>
          <a:xfrm>
            <a:off x="203201" y="53094"/>
            <a:ext cx="653189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13.1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8E5323C-4730-8328-AB8B-359E4EB71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13" t="40625" r="888" b="8217"/>
          <a:stretch>
            <a:fillRect/>
          </a:stretch>
        </p:blipFill>
        <p:spPr>
          <a:xfrm>
            <a:off x="5892798" y="3283974"/>
            <a:ext cx="6096001" cy="331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4068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1F9BA766-F7CC-2BB9-F967-6F48EA8B1808}"/>
              </a:ext>
            </a:extLst>
          </p:cNvPr>
          <p:cNvSpPr/>
          <p:nvPr/>
        </p:nvSpPr>
        <p:spPr>
          <a:xfrm>
            <a:off x="-457201" y="-432486"/>
            <a:ext cx="15836537" cy="99348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2372E0-5262-2D6B-A84E-B141BE0367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9" t="17248" r="53790" b="59374"/>
          <a:stretch>
            <a:fillRect/>
          </a:stretch>
        </p:blipFill>
        <p:spPr>
          <a:xfrm>
            <a:off x="511728" y="-282081"/>
            <a:ext cx="4878069" cy="151416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9AADE0-788D-CE46-0D6D-611D04F8FB93}"/>
              </a:ext>
            </a:extLst>
          </p:cNvPr>
          <p:cNvSpPr txBox="1"/>
          <p:nvPr/>
        </p:nvSpPr>
        <p:spPr>
          <a:xfrm>
            <a:off x="-222830" y="81116"/>
            <a:ext cx="65590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8.6mm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D9CD27E-104E-73D2-9041-94A81008EF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0" t="17462" r="53145" b="59160"/>
          <a:stretch>
            <a:fillRect/>
          </a:stretch>
        </p:blipFill>
        <p:spPr>
          <a:xfrm>
            <a:off x="511728" y="1331532"/>
            <a:ext cx="4956726" cy="151416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669C47D-29EC-8BBD-7A5B-2AB58DD6D9AD}"/>
              </a:ext>
            </a:extLst>
          </p:cNvPr>
          <p:cNvSpPr txBox="1"/>
          <p:nvPr/>
        </p:nvSpPr>
        <p:spPr>
          <a:xfrm>
            <a:off x="-151481" y="1701754"/>
            <a:ext cx="642302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9.1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6572E1C-3D00-9380-3E5C-959142AA8E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9" t="17177" r="53521" b="58625"/>
          <a:stretch>
            <a:fillRect/>
          </a:stretch>
        </p:blipFill>
        <p:spPr>
          <a:xfrm>
            <a:off x="502904" y="2945145"/>
            <a:ext cx="4878069" cy="156736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4163E04-777F-6079-F8E0-858AB92CA5EA}"/>
              </a:ext>
            </a:extLst>
          </p:cNvPr>
          <p:cNvSpPr txBox="1"/>
          <p:nvPr/>
        </p:nvSpPr>
        <p:spPr>
          <a:xfrm>
            <a:off x="-125486" y="3322392"/>
            <a:ext cx="616307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9.7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BAF2758-53F8-C45B-07B5-13A7BC9162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0" t="17602" r="53064" b="58952"/>
          <a:stretch>
            <a:fillRect/>
          </a:stretch>
        </p:blipFill>
        <p:spPr>
          <a:xfrm>
            <a:off x="511728" y="4611952"/>
            <a:ext cx="4956726" cy="1518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98407C4-D951-F6B6-467E-629723314F07}"/>
              </a:ext>
            </a:extLst>
          </p:cNvPr>
          <p:cNvSpPr txBox="1"/>
          <p:nvPr/>
        </p:nvSpPr>
        <p:spPr>
          <a:xfrm>
            <a:off x="-113869" y="4880137"/>
            <a:ext cx="65318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10.5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10FA2ED1-F3F5-2EF8-70CD-9A022928A94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7" t="17670" r="53064" b="58953"/>
          <a:stretch>
            <a:fillRect/>
          </a:stretch>
        </p:blipFill>
        <p:spPr>
          <a:xfrm>
            <a:off x="502904" y="6205518"/>
            <a:ext cx="4965550" cy="151416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E0A60F6-466A-21A3-76D9-07EA7B458F4B}"/>
              </a:ext>
            </a:extLst>
          </p:cNvPr>
          <p:cNvSpPr txBox="1"/>
          <p:nvPr/>
        </p:nvSpPr>
        <p:spPr>
          <a:xfrm>
            <a:off x="-104274" y="6437882"/>
            <a:ext cx="65318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11.3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47CA873-A0C2-71A3-E71C-BEA7DFDEEC4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9" t="17453" r="53186" b="58348"/>
          <a:stretch>
            <a:fillRect/>
          </a:stretch>
        </p:blipFill>
        <p:spPr>
          <a:xfrm>
            <a:off x="511728" y="7789111"/>
            <a:ext cx="4956726" cy="156736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140A768-26D5-0B9D-C630-31831F6D940B}"/>
              </a:ext>
            </a:extLst>
          </p:cNvPr>
          <p:cNvSpPr txBox="1"/>
          <p:nvPr/>
        </p:nvSpPr>
        <p:spPr>
          <a:xfrm>
            <a:off x="-113869" y="8075571"/>
            <a:ext cx="65318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13.1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58FA1F8-613D-3605-A242-7AF960EFE8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9" t="17248" r="53790" b="59374"/>
          <a:stretch>
            <a:fillRect/>
          </a:stretch>
        </p:blipFill>
        <p:spPr>
          <a:xfrm>
            <a:off x="5468454" y="-308678"/>
            <a:ext cx="4878069" cy="1514169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147093-44A5-8038-1294-64D3F37E4A6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0" t="17180" r="53064" b="59374"/>
          <a:stretch>
            <a:fillRect/>
          </a:stretch>
        </p:blipFill>
        <p:spPr>
          <a:xfrm>
            <a:off x="10346523" y="-328834"/>
            <a:ext cx="4956726" cy="151860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494ABB8-39F6-E108-2A91-B7671545DC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69" t="40627" r="910" b="6735"/>
          <a:stretch>
            <a:fillRect/>
          </a:stretch>
        </p:blipFill>
        <p:spPr>
          <a:xfrm>
            <a:off x="6006570" y="2571171"/>
            <a:ext cx="8833895" cy="4879953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D800A3-D302-0711-591E-D8BF95AEFD10}"/>
              </a:ext>
            </a:extLst>
          </p:cNvPr>
          <p:cNvSpPr txBox="1"/>
          <p:nvPr/>
        </p:nvSpPr>
        <p:spPr>
          <a:xfrm>
            <a:off x="1845477" y="-161583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(60,180)</a:t>
            </a:r>
            <a:endParaRPr lang="ko-KR" altLang="en-US" sz="15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2F23F1-F2E3-6F78-32D7-71C6E7D4F11D}"/>
              </a:ext>
            </a:extLst>
          </p:cNvPr>
          <p:cNvSpPr txBox="1"/>
          <p:nvPr/>
        </p:nvSpPr>
        <p:spPr>
          <a:xfrm>
            <a:off x="7154510" y="-161583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(80,180)</a:t>
            </a:r>
            <a:endParaRPr lang="ko-KR" altLang="en-US" sz="15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055A70-F69B-25DB-9C69-A059F8C0BBCA}"/>
              </a:ext>
            </a:extLst>
          </p:cNvPr>
          <p:cNvSpPr txBox="1"/>
          <p:nvPr/>
        </p:nvSpPr>
        <p:spPr>
          <a:xfrm>
            <a:off x="12676608" y="-242049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(80,222)</a:t>
            </a:r>
            <a:endParaRPr lang="ko-KR" altLang="en-US" sz="15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2E6FE3-9904-C652-24FE-30E7238110D8}"/>
              </a:ext>
            </a:extLst>
          </p:cNvPr>
          <p:cNvSpPr txBox="1"/>
          <p:nvPr/>
        </p:nvSpPr>
        <p:spPr>
          <a:xfrm>
            <a:off x="8843520" y="3956366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(60,180)</a:t>
            </a:r>
            <a:endParaRPr lang="ko-KR" altLang="en-US" sz="1500" dirty="0"/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3FFD7247-E4A2-072F-6BBE-DA8EBDAB2FC3}"/>
              </a:ext>
            </a:extLst>
          </p:cNvPr>
          <p:cNvCxnSpPr/>
          <p:nvPr/>
        </p:nvCxnSpPr>
        <p:spPr>
          <a:xfrm>
            <a:off x="6610865" y="4974076"/>
            <a:ext cx="7871254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C252EEE-50B5-23B3-3441-77C29FEA4A3C}"/>
              </a:ext>
            </a:extLst>
          </p:cNvPr>
          <p:cNvSpPr txBox="1"/>
          <p:nvPr/>
        </p:nvSpPr>
        <p:spPr>
          <a:xfrm>
            <a:off x="8843520" y="5122547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(80,180)</a:t>
            </a:r>
            <a:endParaRPr lang="ko-KR" altLang="en-US" sz="1500" dirty="0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C5EB27C-B084-D491-80A8-F6C91FFF4FE7}"/>
              </a:ext>
            </a:extLst>
          </p:cNvPr>
          <p:cNvCxnSpPr/>
          <p:nvPr/>
        </p:nvCxnSpPr>
        <p:spPr>
          <a:xfrm flipV="1">
            <a:off x="10700951" y="2945145"/>
            <a:ext cx="0" cy="4139068"/>
          </a:xfrm>
          <a:prstGeom prst="line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73D40F8-A80F-AEC4-19E9-72A1ADE5CBD0}"/>
              </a:ext>
            </a:extLst>
          </p:cNvPr>
          <p:cNvSpPr txBox="1"/>
          <p:nvPr/>
        </p:nvSpPr>
        <p:spPr>
          <a:xfrm>
            <a:off x="10895585" y="5111537"/>
            <a:ext cx="861928" cy="3231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(80,222)</a:t>
            </a:r>
            <a:endParaRPr lang="ko-KR" altLang="en-US" sz="1500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BDC3F343-D82E-1AFE-D686-4F3E367634EA}"/>
              </a:ext>
            </a:extLst>
          </p:cNvPr>
          <p:cNvSpPr/>
          <p:nvPr/>
        </p:nvSpPr>
        <p:spPr>
          <a:xfrm>
            <a:off x="9811265" y="4399005"/>
            <a:ext cx="135922" cy="11349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A8582502-D641-F17D-E39D-41C882388F10}"/>
              </a:ext>
            </a:extLst>
          </p:cNvPr>
          <p:cNvSpPr/>
          <p:nvPr/>
        </p:nvSpPr>
        <p:spPr>
          <a:xfrm>
            <a:off x="9827739" y="4897399"/>
            <a:ext cx="135922" cy="11349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12065F4-9FD4-1E7D-2E10-9A4E587F1F80}"/>
              </a:ext>
            </a:extLst>
          </p:cNvPr>
          <p:cNvSpPr/>
          <p:nvPr/>
        </p:nvSpPr>
        <p:spPr>
          <a:xfrm>
            <a:off x="10622693" y="4913874"/>
            <a:ext cx="135922" cy="11349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0470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B8D91D0-916A-5BE8-8FE5-B908E59523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2" t="78960" r="417"/>
          <a:stretch>
            <a:fillRect/>
          </a:stretch>
        </p:blipFill>
        <p:spPr>
          <a:xfrm>
            <a:off x="-34504" y="4500490"/>
            <a:ext cx="12226504" cy="66665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7ECA80-9650-1FF1-CF1B-1CCB96CD0D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05" t="83484" b="4567"/>
          <a:stretch>
            <a:fillRect/>
          </a:stretch>
        </p:blipFill>
        <p:spPr>
          <a:xfrm>
            <a:off x="-102524" y="3680087"/>
            <a:ext cx="12277898" cy="7254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05470EE-197E-7764-528F-3690BBE249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737" b="25445"/>
          <a:stretch>
            <a:fillRect/>
          </a:stretch>
        </p:blipFill>
        <p:spPr>
          <a:xfrm>
            <a:off x="-16626" y="2906976"/>
            <a:ext cx="12192000" cy="65677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D7E2041-F80C-0DDA-919D-9BEE9D12AD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3065" b="46118"/>
          <a:stretch>
            <a:fillRect/>
          </a:stretch>
        </p:blipFill>
        <p:spPr>
          <a:xfrm>
            <a:off x="-16626" y="2175455"/>
            <a:ext cx="12192000" cy="6567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9EE6BE-9BF6-2207-94CD-C26606DEF4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187" b="65995"/>
          <a:stretch>
            <a:fillRect/>
          </a:stretch>
        </p:blipFill>
        <p:spPr>
          <a:xfrm>
            <a:off x="0" y="1447234"/>
            <a:ext cx="12192000" cy="65677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D4A3CA5-3543-FAA1-2BF1-9303794A7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88" b="84594"/>
          <a:stretch>
            <a:fillRect/>
          </a:stretch>
        </p:blipFill>
        <p:spPr>
          <a:xfrm>
            <a:off x="0" y="677202"/>
            <a:ext cx="12192000" cy="73567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6D1ADD9-236B-9D1D-821B-E6668ED2E9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4" t="39079" r="137" b="37379"/>
          <a:stretch>
            <a:fillRect/>
          </a:stretch>
        </p:blipFill>
        <p:spPr>
          <a:xfrm>
            <a:off x="-33879" y="5244435"/>
            <a:ext cx="12248457" cy="744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76904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AC2753A-9958-AA60-E599-3DC506BFC59A}"/>
              </a:ext>
            </a:extLst>
          </p:cNvPr>
          <p:cNvSpPr/>
          <p:nvPr/>
        </p:nvSpPr>
        <p:spPr>
          <a:xfrm>
            <a:off x="-866691" y="0"/>
            <a:ext cx="13397948" cy="622997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0CA7D7-2125-1D87-7F75-1ACEC9859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09" y="628027"/>
            <a:ext cx="12192000" cy="5601945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854DB4D-AD17-A0A3-FAE7-4AE2A0858A90}"/>
              </a:ext>
            </a:extLst>
          </p:cNvPr>
          <p:cNvCxnSpPr/>
          <p:nvPr/>
        </p:nvCxnSpPr>
        <p:spPr>
          <a:xfrm>
            <a:off x="-71562" y="437322"/>
            <a:ext cx="121018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902BC92-7B94-8E20-ACAE-C9995DEBE8A4}"/>
              </a:ext>
            </a:extLst>
          </p:cNvPr>
          <p:cNvCxnSpPr/>
          <p:nvPr/>
        </p:nvCxnSpPr>
        <p:spPr>
          <a:xfrm>
            <a:off x="134509" y="278296"/>
            <a:ext cx="0" cy="5661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62EF81D-03FD-676D-9901-28A180B0979D}"/>
              </a:ext>
            </a:extLst>
          </p:cNvPr>
          <p:cNvSpPr txBox="1"/>
          <p:nvPr/>
        </p:nvSpPr>
        <p:spPr>
          <a:xfrm>
            <a:off x="340581" y="67990"/>
            <a:ext cx="205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표면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E07897-6D06-B04C-FFB0-5A0C81F44FD1}"/>
              </a:ext>
            </a:extLst>
          </p:cNvPr>
          <p:cNvSpPr txBox="1"/>
          <p:nvPr/>
        </p:nvSpPr>
        <p:spPr>
          <a:xfrm>
            <a:off x="10471868" y="72243"/>
            <a:ext cx="205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가장 깊은 곳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09DD81-2290-51E0-4BD9-B8A0F299637F}"/>
              </a:ext>
            </a:extLst>
          </p:cNvPr>
          <p:cNvSpPr txBox="1"/>
          <p:nvPr/>
        </p:nvSpPr>
        <p:spPr>
          <a:xfrm>
            <a:off x="-397512" y="573537"/>
            <a:ext cx="492062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8.6mm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004C75-9F45-03A3-0403-C55641310F3A}"/>
              </a:ext>
            </a:extLst>
          </p:cNvPr>
          <p:cNvSpPr txBox="1"/>
          <p:nvPr/>
        </p:nvSpPr>
        <p:spPr>
          <a:xfrm>
            <a:off x="-462245" y="1406057"/>
            <a:ext cx="549045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9.1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968FA2-5E53-112A-7FA6-0C162A211F0B}"/>
              </a:ext>
            </a:extLst>
          </p:cNvPr>
          <p:cNvSpPr txBox="1"/>
          <p:nvPr/>
        </p:nvSpPr>
        <p:spPr>
          <a:xfrm>
            <a:off x="-440024" y="2137861"/>
            <a:ext cx="526824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9.7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535088-A87A-D123-F52E-E6C63BECE4C9}"/>
              </a:ext>
            </a:extLst>
          </p:cNvPr>
          <p:cNvSpPr txBox="1"/>
          <p:nvPr/>
        </p:nvSpPr>
        <p:spPr>
          <a:xfrm>
            <a:off x="-463801" y="2841204"/>
            <a:ext cx="558351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10.5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7AF7E5-1404-C545-267A-CC69EC9FB3DF}"/>
              </a:ext>
            </a:extLst>
          </p:cNvPr>
          <p:cNvSpPr txBox="1"/>
          <p:nvPr/>
        </p:nvSpPr>
        <p:spPr>
          <a:xfrm>
            <a:off x="-471551" y="3660962"/>
            <a:ext cx="558351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11.3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417A53-CB88-2E00-EDF5-B828351F5BE8}"/>
              </a:ext>
            </a:extLst>
          </p:cNvPr>
          <p:cNvSpPr txBox="1"/>
          <p:nvPr/>
        </p:nvSpPr>
        <p:spPr>
          <a:xfrm>
            <a:off x="-463801" y="4431710"/>
            <a:ext cx="558351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11.7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E0988A-5CA8-2B5C-CC8F-2C6DB96B110D}"/>
              </a:ext>
            </a:extLst>
          </p:cNvPr>
          <p:cNvSpPr txBox="1"/>
          <p:nvPr/>
        </p:nvSpPr>
        <p:spPr>
          <a:xfrm>
            <a:off x="-471551" y="5251468"/>
            <a:ext cx="558351" cy="49244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13.3</a:t>
            </a:r>
          </a:p>
          <a:p>
            <a:pPr algn="ctr"/>
            <a:r>
              <a:rPr lang="en-US" altLang="ko-KR" sz="1300" dirty="0"/>
              <a:t>mm</a:t>
            </a:r>
            <a:endParaRPr lang="ko-KR" altLang="en-US" sz="13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D22CB2-A194-87AE-C93D-6301C86C3DE8}"/>
              </a:ext>
            </a:extLst>
          </p:cNvPr>
          <p:cNvSpPr txBox="1"/>
          <p:nvPr/>
        </p:nvSpPr>
        <p:spPr>
          <a:xfrm>
            <a:off x="-588448" y="223114"/>
            <a:ext cx="205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WD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E9765FF-2554-0F45-71FC-62D193922F71}"/>
              </a:ext>
            </a:extLst>
          </p:cNvPr>
          <p:cNvSpPr/>
          <p:nvPr/>
        </p:nvSpPr>
        <p:spPr>
          <a:xfrm>
            <a:off x="343228" y="490353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f01</a:t>
            </a:r>
            <a:endParaRPr lang="ko-KR" altLang="en-US" sz="1300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0930E8A-DB76-F310-48F6-F6D8F1B71240}"/>
              </a:ext>
            </a:extLst>
          </p:cNvPr>
          <p:cNvSpPr/>
          <p:nvPr/>
        </p:nvSpPr>
        <p:spPr>
          <a:xfrm>
            <a:off x="1473639" y="475775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f02</a:t>
            </a:r>
            <a:endParaRPr lang="ko-KR" altLang="en-US" sz="13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ACE362B-BF92-586F-3B24-8CE09A48C124}"/>
              </a:ext>
            </a:extLst>
          </p:cNvPr>
          <p:cNvSpPr/>
          <p:nvPr/>
        </p:nvSpPr>
        <p:spPr>
          <a:xfrm>
            <a:off x="2605376" y="490353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f03</a:t>
            </a:r>
            <a:endParaRPr lang="ko-KR" altLang="en-US" sz="13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593EE01-6822-26BD-F6D7-0BD05B7CE255}"/>
              </a:ext>
            </a:extLst>
          </p:cNvPr>
          <p:cNvSpPr/>
          <p:nvPr/>
        </p:nvSpPr>
        <p:spPr>
          <a:xfrm>
            <a:off x="3735787" y="475775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f04</a:t>
            </a:r>
            <a:endParaRPr lang="ko-KR" altLang="en-US" sz="1300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3D62EA1-359F-8BE5-43F4-6BEF768DED17}"/>
              </a:ext>
            </a:extLst>
          </p:cNvPr>
          <p:cNvSpPr/>
          <p:nvPr/>
        </p:nvSpPr>
        <p:spPr>
          <a:xfrm>
            <a:off x="4789332" y="475775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f05</a:t>
            </a:r>
            <a:endParaRPr lang="ko-KR" altLang="en-US" sz="1300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E4E1EE3-992E-FB09-F206-4CF1E9717571}"/>
              </a:ext>
            </a:extLst>
          </p:cNvPr>
          <p:cNvSpPr/>
          <p:nvPr/>
        </p:nvSpPr>
        <p:spPr>
          <a:xfrm>
            <a:off x="5919743" y="461197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f06</a:t>
            </a:r>
            <a:endParaRPr lang="ko-KR" altLang="en-US" sz="1300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1830B25-A993-5034-C0C4-F9FBC134D644}"/>
              </a:ext>
            </a:extLst>
          </p:cNvPr>
          <p:cNvSpPr/>
          <p:nvPr/>
        </p:nvSpPr>
        <p:spPr>
          <a:xfrm>
            <a:off x="7051480" y="475775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f07</a:t>
            </a:r>
            <a:endParaRPr lang="ko-KR" altLang="en-US" sz="1300" dirty="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8371193A-B736-622E-96E4-44F752FB5E96}"/>
              </a:ext>
            </a:extLst>
          </p:cNvPr>
          <p:cNvSpPr/>
          <p:nvPr/>
        </p:nvSpPr>
        <p:spPr>
          <a:xfrm>
            <a:off x="8181891" y="461197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f08</a:t>
            </a:r>
            <a:endParaRPr lang="ko-KR" altLang="en-US" sz="1300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4E6CF47-96FC-29BD-0AFC-9CF45F1FC325}"/>
              </a:ext>
            </a:extLst>
          </p:cNvPr>
          <p:cNvSpPr/>
          <p:nvPr/>
        </p:nvSpPr>
        <p:spPr>
          <a:xfrm>
            <a:off x="9312302" y="490353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f09</a:t>
            </a:r>
            <a:endParaRPr lang="ko-KR" altLang="en-US" sz="1300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48AA8D2-BA20-1171-DD30-C878E53283F3}"/>
              </a:ext>
            </a:extLst>
          </p:cNvPr>
          <p:cNvSpPr/>
          <p:nvPr/>
        </p:nvSpPr>
        <p:spPr>
          <a:xfrm>
            <a:off x="10444039" y="504931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f10</a:t>
            </a:r>
            <a:endParaRPr lang="ko-KR" altLang="en-US" sz="13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2B479814-B516-D612-8359-40A962D3165D}"/>
              </a:ext>
            </a:extLst>
          </p:cNvPr>
          <p:cNvSpPr/>
          <p:nvPr/>
        </p:nvSpPr>
        <p:spPr>
          <a:xfrm>
            <a:off x="11574450" y="490353"/>
            <a:ext cx="675861" cy="1491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300" dirty="0"/>
              <a:t>f11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17223733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96F1BEE-038C-7E5C-0869-65A2D16CB1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290" b="25333"/>
          <a:stretch>
            <a:fillRect/>
          </a:stretch>
        </p:blipFill>
        <p:spPr>
          <a:xfrm>
            <a:off x="191193" y="548641"/>
            <a:ext cx="1596044" cy="512064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4D67BA-1498-7DA4-94BD-B426BC1DC9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290" b="25333"/>
          <a:stretch>
            <a:fillRect/>
          </a:stretch>
        </p:blipFill>
        <p:spPr>
          <a:xfrm>
            <a:off x="1892877" y="548641"/>
            <a:ext cx="1596044" cy="512064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8D3ADE1-F5E3-2153-1841-4E64A79170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290" b="25333"/>
          <a:stretch>
            <a:fillRect/>
          </a:stretch>
        </p:blipFill>
        <p:spPr>
          <a:xfrm>
            <a:off x="3594562" y="548641"/>
            <a:ext cx="1596044" cy="512063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075368D-BFB0-4B43-7C9A-FF07F333FC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290" b="25333"/>
          <a:stretch>
            <a:fillRect/>
          </a:stretch>
        </p:blipFill>
        <p:spPr>
          <a:xfrm>
            <a:off x="5296247" y="548641"/>
            <a:ext cx="1596044" cy="51206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FA298F8-A2F0-85A0-0BA8-9BDD499478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290" b="25333"/>
          <a:stretch>
            <a:fillRect/>
          </a:stretch>
        </p:blipFill>
        <p:spPr>
          <a:xfrm>
            <a:off x="6997932" y="548640"/>
            <a:ext cx="1596044" cy="512063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0F08DD4-565C-7104-D8E7-E0DA7DDE11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290" b="25333"/>
          <a:stretch>
            <a:fillRect/>
          </a:stretch>
        </p:blipFill>
        <p:spPr>
          <a:xfrm>
            <a:off x="8699616" y="548640"/>
            <a:ext cx="1596044" cy="51206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97AF49B-9713-1976-5B4B-018981CBEC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290" b="25333"/>
          <a:stretch>
            <a:fillRect/>
          </a:stretch>
        </p:blipFill>
        <p:spPr>
          <a:xfrm>
            <a:off x="10401300" y="548640"/>
            <a:ext cx="1596044" cy="512063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3CE9692-BC97-5331-3E2C-CEE364920676}"/>
              </a:ext>
            </a:extLst>
          </p:cNvPr>
          <p:cNvSpPr txBox="1"/>
          <p:nvPr/>
        </p:nvSpPr>
        <p:spPr>
          <a:xfrm>
            <a:off x="743184" y="5736128"/>
            <a:ext cx="728168" cy="2923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8.6mm</a:t>
            </a:r>
            <a:endParaRPr lang="ko-KR" altLang="en-US" sz="13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589462-296B-FBC5-75EC-C40CB20A0975}"/>
              </a:ext>
            </a:extLst>
          </p:cNvPr>
          <p:cNvSpPr txBox="1"/>
          <p:nvPr/>
        </p:nvSpPr>
        <p:spPr>
          <a:xfrm>
            <a:off x="2366499" y="5736129"/>
            <a:ext cx="728168" cy="29238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9.1mm</a:t>
            </a:r>
            <a:endParaRPr lang="ko-KR" altLang="en-US" sz="13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B849ED-78A3-4B6C-D1FF-DA79C9DB72CC}"/>
              </a:ext>
            </a:extLst>
          </p:cNvPr>
          <p:cNvSpPr txBox="1"/>
          <p:nvPr/>
        </p:nvSpPr>
        <p:spPr>
          <a:xfrm>
            <a:off x="4098724" y="5736128"/>
            <a:ext cx="722657" cy="2923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9.7mm</a:t>
            </a:r>
            <a:endParaRPr lang="ko-KR" altLang="en-US" sz="13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22F115-E8E0-4034-C077-5803B4C3D014}"/>
              </a:ext>
            </a:extLst>
          </p:cNvPr>
          <p:cNvSpPr txBox="1"/>
          <p:nvPr/>
        </p:nvSpPr>
        <p:spPr>
          <a:xfrm>
            <a:off x="5675332" y="5736128"/>
            <a:ext cx="837874" cy="2923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10.5mm</a:t>
            </a:r>
            <a:endParaRPr lang="ko-KR" altLang="en-US" sz="13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D1694F-B721-9D36-65D8-89E929DE253E}"/>
              </a:ext>
            </a:extLst>
          </p:cNvPr>
          <p:cNvSpPr txBox="1"/>
          <p:nvPr/>
        </p:nvSpPr>
        <p:spPr>
          <a:xfrm>
            <a:off x="7367157" y="5736128"/>
            <a:ext cx="787435" cy="2923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11.3mm</a:t>
            </a:r>
            <a:endParaRPr lang="ko-KR" altLang="en-US" sz="13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6F4F5A-2990-C99C-0011-250C986146E2}"/>
              </a:ext>
            </a:extLst>
          </p:cNvPr>
          <p:cNvSpPr txBox="1"/>
          <p:nvPr/>
        </p:nvSpPr>
        <p:spPr>
          <a:xfrm>
            <a:off x="-113869" y="8075571"/>
            <a:ext cx="65318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13.1</a:t>
            </a:r>
          </a:p>
          <a:p>
            <a:pPr algn="ctr"/>
            <a:r>
              <a:rPr lang="en-US" altLang="ko-KR" dirty="0"/>
              <a:t>mm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A2778-4A2B-29C9-9D54-8847BF15AE93}"/>
              </a:ext>
            </a:extLst>
          </p:cNvPr>
          <p:cNvSpPr txBox="1"/>
          <p:nvPr/>
        </p:nvSpPr>
        <p:spPr>
          <a:xfrm>
            <a:off x="10809285" y="5736128"/>
            <a:ext cx="787435" cy="2923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13.1mm</a:t>
            </a:r>
            <a:endParaRPr lang="ko-KR" altLang="en-US" sz="13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484165-EA47-77FB-D90F-449DC75927DC}"/>
              </a:ext>
            </a:extLst>
          </p:cNvPr>
          <p:cNvSpPr txBox="1"/>
          <p:nvPr/>
        </p:nvSpPr>
        <p:spPr>
          <a:xfrm>
            <a:off x="9071316" y="5736128"/>
            <a:ext cx="787435" cy="29238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dirty="0"/>
              <a:t>11.7mm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361461136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E657B58-8918-17AA-D175-7B7B93B5C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"/>
            <a:ext cx="121920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2028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6BA1ED-78BE-6D45-F101-BC3426583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6D35B8-1653-6AA8-AF3A-691F0F226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BF70AB0-9D40-5A00-5EA6-619C6151E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"/>
            <a:ext cx="121920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2577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BD3DA8D-4C00-D56E-6CDD-5695098A5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"/>
            <a:ext cx="121920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4956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061431E-3372-2148-DEE2-E63F19941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"/>
            <a:ext cx="121920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80222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A99E4-2DBD-69B3-03E6-4FD36788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E9338F-72F5-72E7-D7EB-E5C810F1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62DBBC1-F681-E976-A4AF-98F2DE359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"/>
            <a:ext cx="121920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563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2285</TotalTime>
  <Words>1490</Words>
  <Application>Microsoft Office PowerPoint</Application>
  <PresentationFormat>와이드스크린</PresentationFormat>
  <Paragraphs>301</Paragraphs>
  <Slides>80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80</vt:i4>
      </vt:variant>
    </vt:vector>
  </HeadingPairs>
  <TitlesOfParts>
    <vt:vector size="88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지그재그 Abeam 기록들 : 홀수줄은 Col기준 뒤짚음 필요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61</cp:revision>
  <dcterms:created xsi:type="dcterms:W3CDTF">2026-08-23T23:35:07Z</dcterms:created>
  <dcterms:modified xsi:type="dcterms:W3CDTF">2026-10-24T08:10:56Z</dcterms:modified>
</cp:coreProperties>
</file>