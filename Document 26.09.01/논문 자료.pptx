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  <p:sldId id="1605" r:id="rId30"/>
    <p:sldId id="1606" r:id="rId31"/>
    <p:sldId id="1607" r:id="rId32"/>
    <p:sldId id="1608" r:id="rId33"/>
    <p:sldId id="1609" r:id="rId34"/>
    <p:sldId id="1610" r:id="rId35"/>
    <p:sldId id="1611" r:id="rId36"/>
    <p:sldId id="1612" r:id="rId37"/>
    <p:sldId id="1613" r:id="rId38"/>
    <p:sldId id="1614" r:id="rId39"/>
    <p:sldId id="1615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2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EF1175D-66C6-AFBB-066E-7C7032FE3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970" y="642937"/>
            <a:ext cx="3228975" cy="55721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BA606E-DF6B-FBA5-E707-FF1B8DF2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057" y="2979923"/>
            <a:ext cx="3476625" cy="35337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27D940-F93B-4AA8-E6E7-32E2602C7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057" y="71719"/>
            <a:ext cx="1999903" cy="2671482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325A6DFC-8114-0F9A-CBDF-2ADA82A3A0FF}"/>
              </a:ext>
            </a:extLst>
          </p:cNvPr>
          <p:cNvSpPr/>
          <p:nvPr/>
        </p:nvSpPr>
        <p:spPr>
          <a:xfrm>
            <a:off x="4831976" y="2743201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04CC7E51-FA3B-5F1A-CCC4-201CDC5F325B}"/>
              </a:ext>
            </a:extLst>
          </p:cNvPr>
          <p:cNvSpPr/>
          <p:nvPr/>
        </p:nvSpPr>
        <p:spPr>
          <a:xfrm rot="18430324">
            <a:off x="5952565" y="2065524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5631FFCA-77DC-7455-2EA5-939D2BB56E57}"/>
              </a:ext>
            </a:extLst>
          </p:cNvPr>
          <p:cNvSpPr/>
          <p:nvPr/>
        </p:nvSpPr>
        <p:spPr>
          <a:xfrm rot="2450215">
            <a:off x="5944149" y="3609969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7160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59CA828-D795-82CD-4998-216B4872B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06" y="507626"/>
            <a:ext cx="6477000" cy="20002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81096A-7CAF-302D-693D-10B1D83A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69024"/>
            <a:ext cx="10668000" cy="3181350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5B14240-8402-AC57-C528-1826719E7261}"/>
              </a:ext>
            </a:extLst>
          </p:cNvPr>
          <p:cNvSpPr/>
          <p:nvPr/>
        </p:nvSpPr>
        <p:spPr>
          <a:xfrm>
            <a:off x="4141694" y="2507876"/>
            <a:ext cx="2034988" cy="5939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4061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0E238DE-87D0-EBAF-085C-C758680FD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41" y="0"/>
            <a:ext cx="10283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467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DLO와 OPC _ Photo 공정을 위한 Mask 변형">
            <a:extLst>
              <a:ext uri="{FF2B5EF4-FFF2-40B4-BE49-F238E27FC236}">
                <a16:creationId xmlns:a16="http://schemas.microsoft.com/office/drawing/2014/main" id="{00D042DF-30F3-5D9D-E7CC-AC320953E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38" y="538163"/>
            <a:ext cx="11668125" cy="578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8271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E9CD-2792-C8B9-118A-B1A356C0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79B23A6-594E-61B5-E757-5D1E0FFD7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643"/>
            <a:ext cx="1219200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93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AA2D733-1603-3010-8F79-A324922C6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800"/>
            <a:ext cx="12192000" cy="65024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C431A56-591E-8276-5FEC-B76399F11071}"/>
              </a:ext>
            </a:extLst>
          </p:cNvPr>
          <p:cNvSpPr/>
          <p:nvPr/>
        </p:nvSpPr>
        <p:spPr>
          <a:xfrm>
            <a:off x="5791199" y="1111624"/>
            <a:ext cx="6176682" cy="5190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A65F375-6FF6-1790-4199-949CFF84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9" t="14085" r="662" b="4573"/>
          <a:stretch>
            <a:fillRect/>
          </a:stretch>
        </p:blipFill>
        <p:spPr>
          <a:xfrm>
            <a:off x="5791199" y="1193801"/>
            <a:ext cx="6145238" cy="17466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2C21DD-CAD3-474F-F9BB-3CA9D96DC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09"/>
          <a:stretch>
            <a:fillRect/>
          </a:stretch>
        </p:blipFill>
        <p:spPr>
          <a:xfrm flipH="1">
            <a:off x="6241317" y="2861236"/>
            <a:ext cx="5457624" cy="329086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955C95-FC57-6506-9F66-4DCD62A10A80}"/>
              </a:ext>
            </a:extLst>
          </p:cNvPr>
          <p:cNvSpPr/>
          <p:nvPr/>
        </p:nvSpPr>
        <p:spPr>
          <a:xfrm>
            <a:off x="8588188" y="1027206"/>
            <a:ext cx="1067742" cy="198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B-SCAN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B2550D-D3F4-0C56-12CC-E5C954963940}"/>
              </a:ext>
            </a:extLst>
          </p:cNvPr>
          <p:cNvSpPr/>
          <p:nvPr/>
        </p:nvSpPr>
        <p:spPr>
          <a:xfrm>
            <a:off x="6033247" y="2770089"/>
            <a:ext cx="5903190" cy="2487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53B39C-0C7C-C362-7865-A9318D97A99E}"/>
              </a:ext>
            </a:extLst>
          </p:cNvPr>
          <p:cNvCxnSpPr>
            <a:cxnSpLocks/>
          </p:cNvCxnSpPr>
          <p:nvPr/>
        </p:nvCxnSpPr>
        <p:spPr>
          <a:xfrm>
            <a:off x="9430871" y="3045761"/>
            <a:ext cx="0" cy="3112994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53D40C-27C6-A7C4-AC25-610AF18BF8B6}"/>
              </a:ext>
            </a:extLst>
          </p:cNvPr>
          <p:cNvCxnSpPr/>
          <p:nvPr/>
        </p:nvCxnSpPr>
        <p:spPr>
          <a:xfrm>
            <a:off x="6241317" y="4805083"/>
            <a:ext cx="5457624" cy="0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F57337-29AD-201C-1DFB-4DD38BF4604D}"/>
              </a:ext>
            </a:extLst>
          </p:cNvPr>
          <p:cNvSpPr/>
          <p:nvPr/>
        </p:nvSpPr>
        <p:spPr>
          <a:xfrm>
            <a:off x="8632540" y="2825003"/>
            <a:ext cx="1049811" cy="166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C-SCAN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DE24F8A-2570-0720-CFA8-B793E8CE15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8597156" y="418728"/>
            <a:ext cx="1595718" cy="50463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A5C5DB46-B9E4-2724-DD82-CF4E3F8FF7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10538014" y="409387"/>
            <a:ext cx="1595718" cy="504638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A0C11301-09B7-2591-3051-976A7FA0AD2A}"/>
              </a:ext>
            </a:extLst>
          </p:cNvPr>
          <p:cNvSpPr/>
          <p:nvPr/>
        </p:nvSpPr>
        <p:spPr>
          <a:xfrm>
            <a:off x="8507045" y="519136"/>
            <a:ext cx="744070" cy="186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Merge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BE60309-39DC-150F-C49F-EC7941381636}"/>
              </a:ext>
            </a:extLst>
          </p:cNvPr>
          <p:cNvSpPr/>
          <p:nvPr/>
        </p:nvSpPr>
        <p:spPr>
          <a:xfrm>
            <a:off x="9377086" y="510989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Max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CEAE354-CE58-EFE2-53BB-E41FF8811531}"/>
              </a:ext>
            </a:extLst>
          </p:cNvPr>
          <p:cNvSpPr/>
          <p:nvPr/>
        </p:nvSpPr>
        <p:spPr>
          <a:xfrm>
            <a:off x="9368119" y="699248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Mean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135F9E-C4FF-649A-FB89-8304AADDEB60}"/>
              </a:ext>
            </a:extLst>
          </p:cNvPr>
          <p:cNvSpPr/>
          <p:nvPr/>
        </p:nvSpPr>
        <p:spPr>
          <a:xfrm>
            <a:off x="10403543" y="528916"/>
            <a:ext cx="793383" cy="198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Strectch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72E1466-506D-0DB0-BF4A-E28DCB358450}"/>
              </a:ext>
            </a:extLst>
          </p:cNvPr>
          <p:cNvSpPr/>
          <p:nvPr/>
        </p:nvSpPr>
        <p:spPr>
          <a:xfrm>
            <a:off x="11287037" y="508676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Abs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55FA478-58F4-C2C3-6E75-B5AA0D9593AC}"/>
              </a:ext>
            </a:extLst>
          </p:cNvPr>
          <p:cNvSpPr/>
          <p:nvPr/>
        </p:nvSpPr>
        <p:spPr>
          <a:xfrm>
            <a:off x="11313930" y="696936"/>
            <a:ext cx="793383" cy="150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Relative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C7BDDE2F-7596-9607-AE61-8290A3FBFAEC}"/>
              </a:ext>
            </a:extLst>
          </p:cNvPr>
          <p:cNvCxnSpPr/>
          <p:nvPr/>
        </p:nvCxnSpPr>
        <p:spPr>
          <a:xfrm>
            <a:off x="6902356" y="536724"/>
            <a:ext cx="0" cy="320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A461AA12-4903-6C77-8516-55074B634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27" y="495488"/>
            <a:ext cx="466725" cy="438150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B08B8F-3DB5-4707-80ED-D01FA9331099}"/>
              </a:ext>
            </a:extLst>
          </p:cNvPr>
          <p:cNvSpPr/>
          <p:nvPr/>
        </p:nvSpPr>
        <p:spPr>
          <a:xfrm>
            <a:off x="7113026" y="427316"/>
            <a:ext cx="877686" cy="253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start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2A0503C-00B5-6736-417C-CC23BD7904E6}"/>
              </a:ext>
            </a:extLst>
          </p:cNvPr>
          <p:cNvSpPr/>
          <p:nvPr/>
        </p:nvSpPr>
        <p:spPr>
          <a:xfrm>
            <a:off x="7121990" y="687296"/>
            <a:ext cx="877686" cy="190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end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337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D8FA711-6144-919D-192B-E650E0645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338" y="966786"/>
            <a:ext cx="2276475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FE0A55C-D839-0831-1A05-83671E1B9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794" y="966786"/>
            <a:ext cx="3228975" cy="4924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3ECAD6-812E-A4DB-4A36-4BB23F10173F}"/>
              </a:ext>
            </a:extLst>
          </p:cNvPr>
          <p:cNvSpPr txBox="1"/>
          <p:nvPr/>
        </p:nvSpPr>
        <p:spPr>
          <a:xfrm>
            <a:off x="4831976" y="450926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RENISHAW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Q4BC Z05D 08B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0.5um </a:t>
            </a:r>
            <a:r>
              <a:rPr lang="ko-KR" altLang="en-US" b="0" i="0" dirty="0">
                <a:effectLst/>
                <a:latin typeface="Google Sans Flex"/>
              </a:rPr>
              <a:t>리니어 스케일 헤더 제품</a:t>
            </a:r>
            <a:endParaRPr lang="en-US" altLang="ko-KR" b="0" i="0" dirty="0">
              <a:effectLst/>
              <a:latin typeface="Google Sans Flex"/>
            </a:endParaRPr>
          </a:p>
          <a:p>
            <a:pPr algn="l">
              <a:buNone/>
            </a:pPr>
            <a:endParaRPr lang="en-US" altLang="ko-KR" dirty="0">
              <a:latin typeface="Google Sans Flex"/>
            </a:endParaRP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TI0020A04A</a:t>
            </a: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3QNM83</a:t>
            </a:r>
            <a:endParaRPr lang="ko-KR" altLang="en-US" b="0" i="0" dirty="0">
              <a:effectLst/>
              <a:latin typeface="Google Sans Flex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AFF4ED3-DD4D-DE4E-B7AE-97738511D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36" y="966786"/>
            <a:ext cx="4631564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9273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C19A696-E10F-C81F-3F25-2F5F6DBFA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04" y="385481"/>
            <a:ext cx="2583877" cy="5656169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5BC8D4E-DCD6-121F-BA71-836545D2C849}"/>
              </a:ext>
            </a:extLst>
          </p:cNvPr>
          <p:cNvCxnSpPr>
            <a:cxnSpLocks/>
          </p:cNvCxnSpPr>
          <p:nvPr/>
        </p:nvCxnSpPr>
        <p:spPr>
          <a:xfrm>
            <a:off x="1936376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02BEC7D-C931-BD64-41C2-5FA51DA59790}"/>
              </a:ext>
            </a:extLst>
          </p:cNvPr>
          <p:cNvCxnSpPr/>
          <p:nvPr/>
        </p:nvCxnSpPr>
        <p:spPr>
          <a:xfrm>
            <a:off x="2644591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327D16F7-65F8-33B8-2334-839F039D49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860"/>
          <a:stretch>
            <a:fillRect/>
          </a:stretch>
        </p:blipFill>
        <p:spPr>
          <a:xfrm rot="10800000">
            <a:off x="5647911" y="3098289"/>
            <a:ext cx="4359926" cy="169545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3684C66-1EF8-7B0F-806D-C06495B55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812806" y="3284867"/>
            <a:ext cx="1114425" cy="26670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1E0259-E7A9-9E42-531D-5BA07AE39081}"/>
              </a:ext>
            </a:extLst>
          </p:cNvPr>
          <p:cNvSpPr/>
          <p:nvPr/>
        </p:nvSpPr>
        <p:spPr>
          <a:xfrm>
            <a:off x="1219200" y="1497106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736BC2A-A47F-1463-0239-0E35A5277FD5}"/>
              </a:ext>
            </a:extLst>
          </p:cNvPr>
          <p:cNvSpPr/>
          <p:nvPr/>
        </p:nvSpPr>
        <p:spPr>
          <a:xfrm>
            <a:off x="1219200" y="1210235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4E63B2-9045-2E84-B1AC-96E4F22AA528}"/>
              </a:ext>
            </a:extLst>
          </p:cNvPr>
          <p:cNvSpPr txBox="1"/>
          <p:nvPr/>
        </p:nvSpPr>
        <p:spPr>
          <a:xfrm>
            <a:off x="7264771" y="4980220"/>
            <a:ext cx="1132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39F4A2-0CD3-8666-4A1A-598315832A81}"/>
              </a:ext>
            </a:extLst>
          </p:cNvPr>
          <p:cNvSpPr txBox="1"/>
          <p:nvPr/>
        </p:nvSpPr>
        <p:spPr>
          <a:xfrm>
            <a:off x="2830894" y="6225096"/>
            <a:ext cx="1539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스케일헤더</a:t>
            </a:r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D787BE83-CEC7-F2AB-52A1-8F84E00EA28D}"/>
              </a:ext>
            </a:extLst>
          </p:cNvPr>
          <p:cNvSpPr/>
          <p:nvPr/>
        </p:nvSpPr>
        <p:spPr>
          <a:xfrm>
            <a:off x="4589929" y="5567080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A6E0029-1429-F8CE-5DFA-373121575ACD}"/>
              </a:ext>
            </a:extLst>
          </p:cNvPr>
          <p:cNvSpPr/>
          <p:nvPr/>
        </p:nvSpPr>
        <p:spPr>
          <a:xfrm>
            <a:off x="4159622" y="3307973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B0E83-5FF9-63E4-0D50-24265F35816A}"/>
              </a:ext>
            </a:extLst>
          </p:cNvPr>
          <p:cNvSpPr txBox="1"/>
          <p:nvPr/>
        </p:nvSpPr>
        <p:spPr>
          <a:xfrm>
            <a:off x="4972054" y="5636324"/>
            <a:ext cx="80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볼트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EB27680D-3069-F0EC-2246-7CC7537F6E46}"/>
              </a:ext>
            </a:extLst>
          </p:cNvPr>
          <p:cNvCxnSpPr/>
          <p:nvPr/>
        </p:nvCxnSpPr>
        <p:spPr>
          <a:xfrm>
            <a:off x="6011960" y="3701723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9DEF4011-57B9-17EF-D426-4AE7BD77FE7E}"/>
              </a:ext>
            </a:extLst>
          </p:cNvPr>
          <p:cNvCxnSpPr/>
          <p:nvPr/>
        </p:nvCxnSpPr>
        <p:spPr>
          <a:xfrm>
            <a:off x="6002995" y="4257537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8B7624-FDB0-1851-6E4D-45B1AA3B9BD2}"/>
              </a:ext>
            </a:extLst>
          </p:cNvPr>
          <p:cNvSpPr txBox="1"/>
          <p:nvPr/>
        </p:nvSpPr>
        <p:spPr>
          <a:xfrm>
            <a:off x="4159622" y="1199669"/>
            <a:ext cx="71134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스케일 헤더 </a:t>
            </a:r>
            <a:r>
              <a:rPr lang="en-US" altLang="ko-KR" dirty="0"/>
              <a:t>Reader </a:t>
            </a:r>
            <a:r>
              <a:rPr lang="ko-KR" altLang="en-US" dirty="0"/>
              <a:t>부분 안에</a:t>
            </a:r>
            <a:r>
              <a:rPr lang="en-US" altLang="ko-KR" dirty="0"/>
              <a:t>, </a:t>
            </a:r>
            <a:r>
              <a:rPr lang="ko-KR" altLang="en-US" dirty="0"/>
              <a:t>동그라미 </a:t>
            </a:r>
            <a:r>
              <a:rPr lang="en-US" altLang="ko-KR" dirty="0"/>
              <a:t>(</a:t>
            </a:r>
            <a:r>
              <a:rPr lang="ko-KR" altLang="en-US" dirty="0"/>
              <a:t>렌즈</a:t>
            </a:r>
            <a:r>
              <a:rPr lang="en-US" altLang="ko-KR" dirty="0"/>
              <a:t>?) </a:t>
            </a:r>
            <a:r>
              <a:rPr lang="ko-KR" altLang="en-US" dirty="0"/>
              <a:t>구역이 있고</a:t>
            </a:r>
            <a:r>
              <a:rPr lang="en-US" altLang="ko-KR" dirty="0"/>
              <a:t>, </a:t>
            </a:r>
            <a:r>
              <a:rPr lang="ko-KR" altLang="en-US" dirty="0"/>
              <a:t> 선분들이 있는 구역이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Q.</a:t>
            </a:r>
            <a:r>
              <a:rPr lang="ko-KR" altLang="en-US" dirty="0"/>
              <a:t>스케일 자 안에 어떻게 배치하는 게 가장 </a:t>
            </a:r>
            <a:r>
              <a:rPr lang="en-US" altLang="ko-KR" dirty="0"/>
              <a:t>Read </a:t>
            </a:r>
            <a:r>
              <a:rPr lang="ko-KR" altLang="en-US" dirty="0"/>
              <a:t>효율이 좋을까</a:t>
            </a:r>
            <a:r>
              <a:rPr lang="en-US" altLang="ko-KR" dirty="0"/>
              <a:t>? </a:t>
            </a:r>
            <a:r>
              <a:rPr lang="ko-KR" altLang="en-US" dirty="0"/>
              <a:t>저 빨간 점선 들이</a:t>
            </a:r>
            <a:r>
              <a:rPr lang="en-US" altLang="ko-KR" dirty="0"/>
              <a:t>, </a:t>
            </a:r>
            <a:r>
              <a:rPr lang="ko-KR" altLang="en-US" dirty="0"/>
              <a:t>스케일 자 내부에 들어가는 게 가장 좋을까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AFB911F-DB13-1B88-15F1-94C74871B65E}"/>
              </a:ext>
            </a:extLst>
          </p:cNvPr>
          <p:cNvSpPr/>
          <p:nvPr/>
        </p:nvSpPr>
        <p:spPr>
          <a:xfrm>
            <a:off x="9269506" y="2859741"/>
            <a:ext cx="591670" cy="2120477"/>
          </a:xfrm>
          <a:prstGeom prst="rect">
            <a:avLst/>
          </a:prstGeom>
          <a:noFill/>
          <a:ln>
            <a:solidFill>
              <a:srgbClr val="00E27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4748B7-9CDC-75A9-4E8A-C74410BFF2EF}"/>
              </a:ext>
            </a:extLst>
          </p:cNvPr>
          <p:cNvSpPr txBox="1"/>
          <p:nvPr/>
        </p:nvSpPr>
        <p:spPr>
          <a:xfrm>
            <a:off x="9841567" y="4763288"/>
            <a:ext cx="1722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실선 </a:t>
            </a:r>
            <a:r>
              <a:rPr lang="en-US" altLang="ko-KR" dirty="0"/>
              <a:t>: </a:t>
            </a:r>
            <a:r>
              <a:rPr lang="ko-KR" altLang="en-US" dirty="0"/>
              <a:t>레퍼런스 마크 </a:t>
            </a:r>
            <a:r>
              <a:rPr lang="en-US" altLang="ko-KR" dirty="0"/>
              <a:t>5mm </a:t>
            </a:r>
            <a:r>
              <a:rPr lang="ko-KR" altLang="en-US" dirty="0"/>
              <a:t>마다 인쇄되어 있음</a:t>
            </a:r>
          </a:p>
        </p:txBody>
      </p:sp>
    </p:spTree>
    <p:extLst>
      <p:ext uri="{BB962C8B-B14F-4D97-AF65-F5344CB8AC3E}">
        <p14:creationId xmlns:p14="http://schemas.microsoft.com/office/powerpoint/2010/main" val="35962319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0DCED-4C5E-1358-DB08-26757A66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2" y="1111623"/>
            <a:ext cx="3404819" cy="5437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E84BAE-8BF5-C130-E11C-3021B381C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826" y="325530"/>
            <a:ext cx="5600700" cy="63817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6F46123-8A5C-770C-D631-77D9F9654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288" y="325530"/>
            <a:ext cx="1745695" cy="1828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9370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3C711C4-40D5-2C92-6395-778BB9305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964" y="0"/>
            <a:ext cx="97880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7985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617C356-F7A0-C8A9-A7F8-2CB8CAC82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01" y="0"/>
            <a:ext cx="67165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055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1592</TotalTime>
  <Words>1233</Words>
  <Application>Microsoft Office PowerPoint</Application>
  <PresentationFormat>와이드스크린</PresentationFormat>
  <Paragraphs>182</Paragraphs>
  <Slides>39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7" baseType="lpstr">
      <vt:lpstr>Google Sans Flex</vt:lpstr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양회현</cp:lastModifiedBy>
  <cp:revision>25</cp:revision>
  <dcterms:created xsi:type="dcterms:W3CDTF">2026-08-23T23:35:07Z</dcterms:created>
  <dcterms:modified xsi:type="dcterms:W3CDTF">2026-09-29T22:39:44Z</dcterms:modified>
</cp:coreProperties>
</file>