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6"/>
  </p:notesMasterIdLst>
  <p:sldIdLst>
    <p:sldId id="256" r:id="rId2"/>
    <p:sldId id="1577" r:id="rId3"/>
    <p:sldId id="1578" r:id="rId4"/>
    <p:sldId id="1579" r:id="rId5"/>
    <p:sldId id="1580" r:id="rId6"/>
    <p:sldId id="1581" r:id="rId7"/>
    <p:sldId id="1582" r:id="rId8"/>
    <p:sldId id="1583" r:id="rId9"/>
    <p:sldId id="1584" r:id="rId10"/>
    <p:sldId id="1585" r:id="rId11"/>
    <p:sldId id="1596" r:id="rId12"/>
    <p:sldId id="1586" r:id="rId13"/>
    <p:sldId id="1588" r:id="rId14"/>
    <p:sldId id="1591" r:id="rId15"/>
    <p:sldId id="1589" r:id="rId16"/>
    <p:sldId id="1590" r:id="rId17"/>
    <p:sldId id="1592" r:id="rId18"/>
    <p:sldId id="1593" r:id="rId19"/>
    <p:sldId id="1594" r:id="rId20"/>
    <p:sldId id="1595" r:id="rId21"/>
    <p:sldId id="1597" r:id="rId22"/>
    <p:sldId id="1598" r:id="rId23"/>
    <p:sldId id="1599" r:id="rId24"/>
    <p:sldId id="1600" r:id="rId25"/>
    <p:sldId id="1601" r:id="rId26"/>
    <p:sldId id="1602" r:id="rId27"/>
    <p:sldId id="1603" r:id="rId28"/>
    <p:sldId id="1604" r:id="rId29"/>
    <p:sldId id="1605" r:id="rId30"/>
    <p:sldId id="1606" r:id="rId31"/>
    <p:sldId id="1607" r:id="rId32"/>
    <p:sldId id="1608" r:id="rId33"/>
    <p:sldId id="1609" r:id="rId34"/>
    <p:sldId id="1610" r:id="rId35"/>
    <p:sldId id="1611" r:id="rId36"/>
    <p:sldId id="1612" r:id="rId37"/>
    <p:sldId id="1613" r:id="rId38"/>
    <p:sldId id="1614" r:id="rId39"/>
    <p:sldId id="1615" r:id="rId40"/>
    <p:sldId id="1616" r:id="rId41"/>
    <p:sldId id="1617" r:id="rId42"/>
    <p:sldId id="1621" r:id="rId43"/>
    <p:sldId id="1622" r:id="rId44"/>
    <p:sldId id="1623" r:id="rId45"/>
    <p:sldId id="1624" r:id="rId46"/>
    <p:sldId id="1627" r:id="rId47"/>
    <p:sldId id="1628" r:id="rId48"/>
    <p:sldId id="1629" r:id="rId49"/>
    <p:sldId id="1631" r:id="rId50"/>
    <p:sldId id="1630" r:id="rId51"/>
    <p:sldId id="1632" r:id="rId52"/>
    <p:sldId id="1633" r:id="rId53"/>
    <p:sldId id="1634" r:id="rId54"/>
    <p:sldId id="1635" r:id="rId55"/>
    <p:sldId id="1636" r:id="rId56"/>
    <p:sldId id="1637" r:id="rId57"/>
    <p:sldId id="1638" r:id="rId58"/>
    <p:sldId id="1639" r:id="rId59"/>
    <p:sldId id="1640" r:id="rId60"/>
    <p:sldId id="1641" r:id="rId61"/>
    <p:sldId id="1642" r:id="rId62"/>
    <p:sldId id="1643" r:id="rId63"/>
    <p:sldId id="1644" r:id="rId64"/>
    <p:sldId id="1645" r:id="rId65"/>
    <p:sldId id="1646" r:id="rId66"/>
    <p:sldId id="1647" r:id="rId67"/>
    <p:sldId id="1648" r:id="rId68"/>
    <p:sldId id="1649" r:id="rId69"/>
    <p:sldId id="1650" r:id="rId70"/>
    <p:sldId id="1651" r:id="rId71"/>
    <p:sldId id="1652" r:id="rId72"/>
    <p:sldId id="1654" r:id="rId73"/>
    <p:sldId id="1655" r:id="rId74"/>
    <p:sldId id="1657" r:id="rId75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E27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0397" autoAdjust="0"/>
    <p:restoredTop sz="95726" autoAdjust="0"/>
  </p:normalViewPr>
  <p:slideViewPr>
    <p:cSldViewPr snapToGrid="0">
      <p:cViewPr>
        <p:scale>
          <a:sx n="97" d="100"/>
          <a:sy n="97" d="100"/>
        </p:scale>
        <p:origin x="437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slide" Target="slides/slide73.xml"/><Relationship Id="rId79" Type="http://schemas.openxmlformats.org/officeDocument/2006/relationships/theme" Target="theme/theme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CADD0A9-ECE3-4046-AAEC-24AACBBB2F3E}" type="datetimeFigureOut">
              <a:rPr lang="ko-KR" altLang="en-US" smtClean="0"/>
              <a:t>2026-10-23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4E6EFEF-B488-4401-9D81-0EE426595D8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5610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CB1949-7D16-449C-A13E-547710A7B598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4561335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CB1949-7D16-449C-A13E-547710A7B598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8872492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CB1949-7D16-449C-A13E-547710A7B598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257675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CB1949-7D16-449C-A13E-547710A7B598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2248644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E6EFEF-B488-4401-9D81-0EE426595D85}" type="slidenum">
              <a:rPr lang="ko-KR" altLang="en-US" smtClean="0"/>
              <a:t>46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1936532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4C40A9-876E-E47F-0945-DCDDB87919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658248F-A6E6-5CB3-E2AA-C242047A67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077F91B-F434-933F-F24A-0A28349A47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37D7054-A6F7-8DD8-5619-DB2BDF479C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E6EFEF-B488-4401-9D81-0EE426595D85}" type="slidenum">
              <a:rPr lang="ko-KR" altLang="en-US" smtClean="0"/>
              <a:t>47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8646217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47A07D-852E-4540-B3AD-C61475A0B18E}" type="slidenum">
              <a:rPr lang="ko-KR" altLang="en-US" smtClean="0"/>
              <a:t>72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202083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49FE657-7742-E0C5-D4A8-F577E68EB3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FEF8CA0-86EC-42C4-AAF0-62A24D3C6BF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B7D47F0-9976-F843-DD7B-8580286524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2026-10-23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7344BE4-F112-668C-1EDE-26149663F8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5970829-1E3A-B922-11B3-B96805DDDF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220102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17A8FFE-D795-B6BA-28DE-F6EC4E18BF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49E831B-0393-F000-C5FE-A4307A58F0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926D494-DF0A-3E16-C1ED-B31842215F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2026-10-23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68C0161-C039-C82C-C6E6-C8E3A97263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728277A-A1CF-B86A-16F3-8BFD528E12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92679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31AE3CC-10E5-C5D8-32B2-F1B1988363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148E34B-06F2-6B2B-22E5-5F1F1C8CEF3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263D840-3769-0D7D-A9B4-4019E24140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2026-10-23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F877B21-5102-A863-AB4A-F744052102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55BF295-6A23-AE1E-38BA-8966A62B12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163577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7948962-97E7-B041-D172-45DAF9B626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B254D94-F4CA-1F06-8AF6-0587D075B5B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7854417-D1B3-EC71-7A5D-43F8CB619C9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99D2A6E-89C1-A574-4FB8-1735F07E84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2026-10-23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8074CCD-E2AD-6FC5-4EB2-697B302562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91BAB2F-F559-131D-BADF-C6EC4E0005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923219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2C9785-F695-467E-6325-592C76DF40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8DAA1AA-C835-D371-A526-559BA3E223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75205F4C-F3E5-2A71-D955-DF6EA2DDF3B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60973A42-A4B7-1B43-FF52-111A089A5B7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AD3DCF10-348B-8B59-2F2F-613BD2DC2AA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BD12FF44-2F58-CA31-9970-DAD07319DC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2026-10-23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0FEA5CA7-192A-DB3E-40E0-8A3258F6A1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63C0A00A-5BAE-99FC-4E22-8778CC61AC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037284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7A7DE7D-3284-FAF5-5AE0-E6149479A9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BA3FF4FE-BF05-CC3A-B131-528CF0844D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2026-10-23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AFF5032F-7925-89BC-1C51-C0B89D8D12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ED506BF-4AE3-2F69-BE16-09E9D1634E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780813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B63006D0-8030-1B61-0182-8113EFD2EE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2026-10-23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C1E45945-7B77-08C0-C9F4-AA5EFE5273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0842093-EC89-7D09-B6D0-A1CC5DABA4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61277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52ABED0-9C48-4779-0B68-4496A59757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B20EF03-C908-54F0-83BD-2D35140FF1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E3A9D77-EA9B-AF5E-11EE-87AC6B3C48E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93A5143-CAB1-919C-60CB-E7F30CBB0A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2026-10-23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3487EB5-65EE-ED42-132D-8C383CA70A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76123F2-4D3B-AFFF-2845-4806FC3B14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399822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E8F1A39-C58F-530A-E517-03989507A0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F558D83B-F9A9-8965-3F28-806761934DC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C0D8B5E-8866-9D23-A557-072AC53D78A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D600DB3-6605-B6C2-B2C8-E6A36AC626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2026-10-23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44E0ACB-95DE-5C3C-3882-0810249A25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364C1CC-56EB-2A70-C27F-1F632B6321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099558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270D868-0C29-162C-3684-D0FF39D5BB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5F6B9A7-2CC9-E678-2416-CEA064EA15A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DF7D980-68CB-7392-522A-DB8CEF82ED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2026-10-23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996932F-CF14-8C69-6968-AC481C19E0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C9078F7-A344-D772-BDA6-8A7FBEA0EB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075622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BCA105C5-AA27-92F5-F4AD-F4805F8293C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FD60020-D92B-43F4-5E81-F33711ED803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A26DE57-161F-DF8F-69B3-3A36C3DFF1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2026-10-23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CA214E7-8AEB-E224-CAAF-550CBC8361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9816F71-D356-F95F-41C6-5C6A90E3D9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249084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FE32B564-2980-6ABB-902E-68753CB8DC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FC6AF4B-992C-22CD-24FE-4316E43884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BA7F7DA-A919-524C-EF9D-CDA4175ACBF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1AFF881-97E8-4F41-BDDF-BD69BA0EFE12}" type="datetimeFigureOut">
              <a:rPr lang="ko-KR" altLang="en-US" smtClean="0"/>
              <a:t>2026-10-23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25B5486-C54B-DEBA-C96C-68529446071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234AED7-67FA-4D44-9220-A315A875D76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990844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jpg"/><Relationship Id="rId3" Type="http://schemas.openxmlformats.org/officeDocument/2006/relationships/image" Target="../media/image14.jpg"/><Relationship Id="rId7" Type="http://schemas.openxmlformats.org/officeDocument/2006/relationships/image" Target="../media/image18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jpg"/><Relationship Id="rId11" Type="http://schemas.openxmlformats.org/officeDocument/2006/relationships/image" Target="../media/image22.jpg"/><Relationship Id="rId5" Type="http://schemas.openxmlformats.org/officeDocument/2006/relationships/image" Target="../media/image16.jpg"/><Relationship Id="rId10" Type="http://schemas.openxmlformats.org/officeDocument/2006/relationships/image" Target="../media/image21.jpg"/><Relationship Id="rId4" Type="http://schemas.openxmlformats.org/officeDocument/2006/relationships/image" Target="../media/image15.jpg"/><Relationship Id="rId9" Type="http://schemas.openxmlformats.org/officeDocument/2006/relationships/image" Target="../media/image20.jp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jp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2.png"/><Relationship Id="rId4" Type="http://schemas.openxmlformats.org/officeDocument/2006/relationships/hyperlink" Target="https://doi.org/10.1049/pel2.70185" TargetMode="Externa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ndtmachine.com/ko/knowledge/a-scan-in-ultrasonic-testing/" TargetMode="Externa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2.png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7.png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1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jpe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0.png"/><Relationship Id="rId4" Type="http://schemas.openxmlformats.org/officeDocument/2006/relationships/image" Target="../media/image59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3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6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9.pn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microsoft.com/office/2007/relationships/hdphoto" Target="../media/hdphoto3.wdp"/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2.png"/><Relationship Id="rId4" Type="http://schemas.openxmlformats.org/officeDocument/2006/relationships/image" Target="../media/image81.png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5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8.png"/><Relationship Id="rId2" Type="http://schemas.openxmlformats.org/officeDocument/2006/relationships/image" Target="../media/image8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9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8.png"/><Relationship Id="rId2" Type="http://schemas.openxmlformats.org/officeDocument/2006/relationships/image" Target="../media/image87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7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1.png"/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2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1.png"/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png"/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5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5.png"/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6.png"/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7.pn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9.png"/><Relationship Id="rId2" Type="http://schemas.openxmlformats.org/officeDocument/2006/relationships/image" Target="../media/image9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0.pn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9.png"/><Relationship Id="rId2" Type="http://schemas.openxmlformats.org/officeDocument/2006/relationships/image" Target="../media/image98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9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2.png"/><Relationship Id="rId2" Type="http://schemas.openxmlformats.org/officeDocument/2006/relationships/image" Target="../media/image10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3.png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2.png"/><Relationship Id="rId2" Type="http://schemas.openxmlformats.org/officeDocument/2006/relationships/image" Target="../media/image101.png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4.png"/><Relationship Id="rId2" Type="http://schemas.openxmlformats.org/officeDocument/2006/relationships/image" Target="../media/image101.png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6.png"/><Relationship Id="rId2" Type="http://schemas.openxmlformats.org/officeDocument/2006/relationships/image" Target="../media/image10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7.png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7.png"/><Relationship Id="rId2" Type="http://schemas.openxmlformats.org/officeDocument/2006/relationships/image" Target="../media/image105.png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5.png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8.png"/><Relationship Id="rId2" Type="http://schemas.openxmlformats.org/officeDocument/2006/relationships/image" Target="../media/image105.png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7.png"/><Relationship Id="rId3" Type="http://schemas.openxmlformats.org/officeDocument/2006/relationships/image" Target="../media/image87.png"/><Relationship Id="rId7" Type="http://schemas.openxmlformats.org/officeDocument/2006/relationships/image" Target="../media/image10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8.png"/><Relationship Id="rId5" Type="http://schemas.openxmlformats.org/officeDocument/2006/relationships/image" Target="../media/image95.png"/><Relationship Id="rId10" Type="http://schemas.openxmlformats.org/officeDocument/2006/relationships/image" Target="../media/image89.png"/><Relationship Id="rId4" Type="http://schemas.openxmlformats.org/officeDocument/2006/relationships/image" Target="../media/image91.png"/><Relationship Id="rId9" Type="http://schemas.openxmlformats.org/officeDocument/2006/relationships/image" Target="../media/image88.png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0.png"/><Relationship Id="rId2" Type="http://schemas.openxmlformats.org/officeDocument/2006/relationships/image" Target="../media/image109.png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ACFECAE-EF7D-F08B-BED4-D8C161AD280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/>
              <a:t>논문 자료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5050E3B6-0C88-DE38-6357-7ACE5081A80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986745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0CB5E277-D48D-94ED-1E05-6EEDC52FF5A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5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55510" y="310243"/>
            <a:ext cx="11880979" cy="6237514"/>
          </a:xfrm>
          <a:prstGeom prst="rect">
            <a:avLst/>
          </a:prstGeom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67CAEF12-9364-7A46-29DC-5FB2C62C3F6F}"/>
              </a:ext>
            </a:extLst>
          </p:cNvPr>
          <p:cNvSpPr/>
          <p:nvPr/>
        </p:nvSpPr>
        <p:spPr>
          <a:xfrm>
            <a:off x="155510" y="500743"/>
            <a:ext cx="12036490" cy="892628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5251DD3-2FF0-3691-9897-19BA3CEA279C}"/>
              </a:ext>
            </a:extLst>
          </p:cNvPr>
          <p:cNvSpPr/>
          <p:nvPr/>
        </p:nvSpPr>
        <p:spPr>
          <a:xfrm>
            <a:off x="0" y="1469570"/>
            <a:ext cx="12289971" cy="5170715"/>
          </a:xfrm>
          <a:prstGeom prst="rect">
            <a:avLst/>
          </a:prstGeom>
          <a:noFill/>
          <a:ln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911585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15DC4C-C907-A62A-67D2-2308155DD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직사각형 10">
            <a:extLst>
              <a:ext uri="{FF2B5EF4-FFF2-40B4-BE49-F238E27FC236}">
                <a16:creationId xmlns:a16="http://schemas.microsoft.com/office/drawing/2014/main" id="{300A5292-1119-012B-D6BC-DC419329A996}"/>
              </a:ext>
            </a:extLst>
          </p:cNvPr>
          <p:cNvSpPr/>
          <p:nvPr/>
        </p:nvSpPr>
        <p:spPr>
          <a:xfrm>
            <a:off x="0" y="1583073"/>
            <a:ext cx="12192000" cy="89415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20B2C1F8-47A0-C5C6-C85F-7EFCC77DCB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23379"/>
            <a:ext cx="12192000" cy="724699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39BC17D8-2DF1-7F9B-AF3E-7C70E6BF7A6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68839" b="15021"/>
          <a:stretch>
            <a:fillRect/>
          </a:stretch>
        </p:blipFill>
        <p:spPr>
          <a:xfrm>
            <a:off x="0" y="1583073"/>
            <a:ext cx="3799114" cy="491787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2F95E58A-A516-1869-CCED-F1CE4BFFBB2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2232" t="15021" r="42857"/>
          <a:stretch>
            <a:fillRect/>
          </a:stretch>
        </p:blipFill>
        <p:spPr>
          <a:xfrm>
            <a:off x="2585357" y="1976588"/>
            <a:ext cx="3037114" cy="49178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E33B6EE4-5265-0D24-C10F-CC191B7D8716}"/>
              </a:ext>
            </a:extLst>
          </p:cNvPr>
          <p:cNvSpPr txBox="1"/>
          <p:nvPr/>
        </p:nvSpPr>
        <p:spPr>
          <a:xfrm>
            <a:off x="6204857" y="1825679"/>
            <a:ext cx="2122713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300" dirty="0"/>
              <a:t>Align </a:t>
            </a:r>
            <a:r>
              <a:rPr lang="en-US" altLang="ko-KR" sz="1300" dirty="0" err="1"/>
              <a:t>Mathod</a:t>
            </a:r>
            <a:r>
              <a:rPr lang="en-US" altLang="ko-KR" sz="1300" dirty="0"/>
              <a:t>:</a:t>
            </a:r>
            <a:endParaRPr lang="ko-KR" altLang="en-US" sz="13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02FB221-FFB9-C8A1-9A17-A65E6476E7C7}"/>
              </a:ext>
            </a:extLst>
          </p:cNvPr>
          <p:cNvSpPr txBox="1"/>
          <p:nvPr/>
        </p:nvSpPr>
        <p:spPr>
          <a:xfrm>
            <a:off x="7739740" y="2218223"/>
            <a:ext cx="2122713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300" dirty="0"/>
              <a:t>Neg Min</a:t>
            </a:r>
            <a:endParaRPr lang="ko-KR" altLang="en-US" sz="13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D6BE46A-CEF9-3D03-8CEF-6358CBE2440F}"/>
              </a:ext>
            </a:extLst>
          </p:cNvPr>
          <p:cNvSpPr txBox="1"/>
          <p:nvPr/>
        </p:nvSpPr>
        <p:spPr>
          <a:xfrm>
            <a:off x="7717971" y="1833447"/>
            <a:ext cx="2122713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300" dirty="0"/>
              <a:t>Envelope Peak</a:t>
            </a:r>
            <a:endParaRPr lang="ko-KR" altLang="en-US" sz="13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CCABBFF-4548-15AE-008D-5DDA3010FE59}"/>
              </a:ext>
            </a:extLst>
          </p:cNvPr>
          <p:cNvSpPr txBox="1"/>
          <p:nvPr/>
        </p:nvSpPr>
        <p:spPr>
          <a:xfrm>
            <a:off x="9954985" y="1890994"/>
            <a:ext cx="2122713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300" dirty="0"/>
              <a:t>Pos Max</a:t>
            </a:r>
            <a:endParaRPr lang="ko-KR" altLang="en-US" sz="13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18B979E-F55A-99E6-BE93-945C7BE22CFB}"/>
              </a:ext>
            </a:extLst>
          </p:cNvPr>
          <p:cNvSpPr txBox="1"/>
          <p:nvPr/>
        </p:nvSpPr>
        <p:spPr>
          <a:xfrm>
            <a:off x="9954985" y="2218223"/>
            <a:ext cx="2122713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300" dirty="0"/>
              <a:t>Cross Corr</a:t>
            </a:r>
            <a:endParaRPr lang="ko-KR" altLang="en-US" sz="1300" dirty="0"/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B6146420-3410-B399-2988-36A7D42E95AF}"/>
              </a:ext>
            </a:extLst>
          </p:cNvPr>
          <p:cNvSpPr/>
          <p:nvPr/>
        </p:nvSpPr>
        <p:spPr>
          <a:xfrm>
            <a:off x="7543800" y="1890994"/>
            <a:ext cx="174171" cy="156472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6" name="타원 25">
            <a:extLst>
              <a:ext uri="{FF2B5EF4-FFF2-40B4-BE49-F238E27FC236}">
                <a16:creationId xmlns:a16="http://schemas.microsoft.com/office/drawing/2014/main" id="{0D113D67-DB83-10B9-74E7-8C9835A82248}"/>
              </a:ext>
            </a:extLst>
          </p:cNvPr>
          <p:cNvSpPr/>
          <p:nvPr/>
        </p:nvSpPr>
        <p:spPr>
          <a:xfrm>
            <a:off x="7543800" y="2281935"/>
            <a:ext cx="174171" cy="156472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8" name="타원 27">
            <a:extLst>
              <a:ext uri="{FF2B5EF4-FFF2-40B4-BE49-F238E27FC236}">
                <a16:creationId xmlns:a16="http://schemas.microsoft.com/office/drawing/2014/main" id="{633639D3-3AC6-4E74-5B61-0966415A28F9}"/>
              </a:ext>
            </a:extLst>
          </p:cNvPr>
          <p:cNvSpPr/>
          <p:nvPr/>
        </p:nvSpPr>
        <p:spPr>
          <a:xfrm>
            <a:off x="9775370" y="1858337"/>
            <a:ext cx="174171" cy="156472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0" name="타원 29">
            <a:extLst>
              <a:ext uri="{FF2B5EF4-FFF2-40B4-BE49-F238E27FC236}">
                <a16:creationId xmlns:a16="http://schemas.microsoft.com/office/drawing/2014/main" id="{9FFA2C9D-0A98-57EB-2FC1-28861FF3A97E}"/>
              </a:ext>
            </a:extLst>
          </p:cNvPr>
          <p:cNvSpPr/>
          <p:nvPr/>
        </p:nvSpPr>
        <p:spPr>
          <a:xfrm>
            <a:off x="9775368" y="2304652"/>
            <a:ext cx="174171" cy="156472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1" name="화살표: 아래쪽 30">
            <a:extLst>
              <a:ext uri="{FF2B5EF4-FFF2-40B4-BE49-F238E27FC236}">
                <a16:creationId xmlns:a16="http://schemas.microsoft.com/office/drawing/2014/main" id="{13BC2A8A-088C-D883-C531-109A73A67935}"/>
              </a:ext>
            </a:extLst>
          </p:cNvPr>
          <p:cNvSpPr/>
          <p:nvPr/>
        </p:nvSpPr>
        <p:spPr>
          <a:xfrm>
            <a:off x="4484914" y="1079209"/>
            <a:ext cx="1415143" cy="396604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697423F-4275-1E2E-9B53-6D158B66F226}"/>
              </a:ext>
            </a:extLst>
          </p:cNvPr>
          <p:cNvSpPr txBox="1"/>
          <p:nvPr/>
        </p:nvSpPr>
        <p:spPr>
          <a:xfrm>
            <a:off x="152400" y="0"/>
            <a:ext cx="22206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UI </a:t>
            </a:r>
            <a:r>
              <a:rPr lang="ko-KR" altLang="en-US" dirty="0"/>
              <a:t>개편 </a:t>
            </a:r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034DAAE-AEC7-BCFB-9834-836E5E60A4E9}"/>
              </a:ext>
            </a:extLst>
          </p:cNvPr>
          <p:cNvSpPr txBox="1"/>
          <p:nvPr/>
        </p:nvSpPr>
        <p:spPr>
          <a:xfrm>
            <a:off x="152400" y="2799224"/>
            <a:ext cx="22206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UI </a:t>
            </a:r>
            <a:r>
              <a:rPr lang="ko-KR" altLang="en-US" dirty="0"/>
              <a:t>개편 </a:t>
            </a:r>
            <a:r>
              <a:rPr lang="en-US" altLang="ko-KR" dirty="0"/>
              <a:t>2</a:t>
            </a:r>
            <a:endParaRPr lang="ko-KR" altLang="en-US" dirty="0"/>
          </a:p>
        </p:txBody>
      </p:sp>
      <p:pic>
        <p:nvPicPr>
          <p:cNvPr id="36" name="그림 35">
            <a:extLst>
              <a:ext uri="{FF2B5EF4-FFF2-40B4-BE49-F238E27FC236}">
                <a16:creationId xmlns:a16="http://schemas.microsoft.com/office/drawing/2014/main" id="{6F5CF918-90F1-FEC0-5E71-DC61EE0ED53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6631" r="4357"/>
          <a:stretch>
            <a:fillRect/>
          </a:stretch>
        </p:blipFill>
        <p:spPr>
          <a:xfrm>
            <a:off x="7652651" y="3091542"/>
            <a:ext cx="4539349" cy="3507659"/>
          </a:xfrm>
          <a:prstGeom prst="rect">
            <a:avLst/>
          </a:prstGeom>
        </p:spPr>
      </p:pic>
      <p:pic>
        <p:nvPicPr>
          <p:cNvPr id="38" name="그림 37">
            <a:extLst>
              <a:ext uri="{FF2B5EF4-FFF2-40B4-BE49-F238E27FC236}">
                <a16:creationId xmlns:a16="http://schemas.microsoft.com/office/drawing/2014/main" id="{25479435-990B-6010-F654-1E5CEF9A3A6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216" y="3700954"/>
            <a:ext cx="4566556" cy="2024498"/>
          </a:xfrm>
          <a:prstGeom prst="rect">
            <a:avLst/>
          </a:prstGeom>
        </p:spPr>
      </p:pic>
      <p:sp>
        <p:nvSpPr>
          <p:cNvPr id="39" name="화살표: 오른쪽 38">
            <a:extLst>
              <a:ext uri="{FF2B5EF4-FFF2-40B4-BE49-F238E27FC236}">
                <a16:creationId xmlns:a16="http://schemas.microsoft.com/office/drawing/2014/main" id="{DBA3B509-4CD3-F4FA-3696-31B828CD9933}"/>
              </a:ext>
            </a:extLst>
          </p:cNvPr>
          <p:cNvSpPr/>
          <p:nvPr/>
        </p:nvSpPr>
        <p:spPr>
          <a:xfrm>
            <a:off x="4724400" y="4434203"/>
            <a:ext cx="522514" cy="79465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41" name="그림 40">
            <a:extLst>
              <a:ext uri="{FF2B5EF4-FFF2-40B4-BE49-F238E27FC236}">
                <a16:creationId xmlns:a16="http://schemas.microsoft.com/office/drawing/2014/main" id="{F3D4D8DB-19C8-F0C2-C090-4DF2ACC69BAA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792" r="48507" b="11417"/>
          <a:stretch>
            <a:fillRect/>
          </a:stretch>
        </p:blipFill>
        <p:spPr>
          <a:xfrm>
            <a:off x="5246914" y="2904961"/>
            <a:ext cx="2220686" cy="1790743"/>
          </a:xfrm>
          <a:prstGeom prst="rect">
            <a:avLst/>
          </a:prstGeom>
        </p:spPr>
      </p:pic>
      <p:pic>
        <p:nvPicPr>
          <p:cNvPr id="43" name="그림 42">
            <a:extLst>
              <a:ext uri="{FF2B5EF4-FFF2-40B4-BE49-F238E27FC236}">
                <a16:creationId xmlns:a16="http://schemas.microsoft.com/office/drawing/2014/main" id="{65535E0D-0C05-C5F5-7A1B-8700DBD03789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53470" t="-1713" r="812" b="1713"/>
          <a:stretch>
            <a:fillRect/>
          </a:stretch>
        </p:blipFill>
        <p:spPr>
          <a:xfrm>
            <a:off x="5372094" y="4720822"/>
            <a:ext cx="2095506" cy="2032071"/>
          </a:xfrm>
          <a:prstGeom prst="rect">
            <a:avLst/>
          </a:prstGeom>
        </p:spPr>
      </p:pic>
      <p:pic>
        <p:nvPicPr>
          <p:cNvPr id="45" name="그림 44">
            <a:extLst>
              <a:ext uri="{FF2B5EF4-FFF2-40B4-BE49-F238E27FC236}">
                <a16:creationId xmlns:a16="http://schemas.microsoft.com/office/drawing/2014/main" id="{1D4DBFC6-E25B-AF62-AC3F-BCF32E703DE5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92472"/>
          <a:stretch>
            <a:fillRect/>
          </a:stretch>
        </p:blipFill>
        <p:spPr>
          <a:xfrm>
            <a:off x="5372094" y="6599201"/>
            <a:ext cx="6648450" cy="2218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70619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69686B54-C165-6EBC-E3A6-A64D7FFAFF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3186278" cy="6858000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1F4FA735-9372-653C-6C73-498063265A41}"/>
              </a:ext>
            </a:extLst>
          </p:cNvPr>
          <p:cNvSpPr/>
          <p:nvPr/>
        </p:nvSpPr>
        <p:spPr>
          <a:xfrm>
            <a:off x="555171" y="0"/>
            <a:ext cx="642258" cy="26125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5-1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69900E63-8410-9CFA-509A-A62C4F65579A}"/>
              </a:ext>
            </a:extLst>
          </p:cNvPr>
          <p:cNvSpPr/>
          <p:nvPr/>
        </p:nvSpPr>
        <p:spPr>
          <a:xfrm>
            <a:off x="544285" y="4180115"/>
            <a:ext cx="642258" cy="26125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5-3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2D3A5B79-FC91-EA73-62B1-0D021BF41FC2}"/>
              </a:ext>
            </a:extLst>
          </p:cNvPr>
          <p:cNvSpPr/>
          <p:nvPr/>
        </p:nvSpPr>
        <p:spPr>
          <a:xfrm>
            <a:off x="468085" y="2764971"/>
            <a:ext cx="642258" cy="26125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5-2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324ABE6F-BF33-539F-5664-63D72BE9B265}"/>
              </a:ext>
            </a:extLst>
          </p:cNvPr>
          <p:cNvSpPr/>
          <p:nvPr/>
        </p:nvSpPr>
        <p:spPr>
          <a:xfrm>
            <a:off x="555171" y="5464630"/>
            <a:ext cx="642258" cy="26125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5-4</a:t>
            </a:r>
            <a:endParaRPr lang="ko-KR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075509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73CF40D1-0C17-8839-0FE9-5059C2EDF12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77766"/>
          <a:stretch>
            <a:fillRect/>
          </a:stretch>
        </p:blipFill>
        <p:spPr>
          <a:xfrm>
            <a:off x="0" y="0"/>
            <a:ext cx="12192000" cy="1333624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74F956DC-5BF1-62A4-BE6C-0AE8EE3005B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77766"/>
          <a:stretch>
            <a:fillRect/>
          </a:stretch>
        </p:blipFill>
        <p:spPr>
          <a:xfrm>
            <a:off x="0" y="1763485"/>
            <a:ext cx="12192000" cy="1333624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662B09DB-DAC9-2AB1-6B1F-6AA7BF0E18B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2143" t="9982" r="35625" b="84755"/>
          <a:stretch>
            <a:fillRect/>
          </a:stretch>
        </p:blipFill>
        <p:spPr>
          <a:xfrm>
            <a:off x="195943" y="2667000"/>
            <a:ext cx="3929744" cy="315686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726E54AF-3CD8-7A02-2FC9-70C4E7DF4D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64136" y="2315936"/>
            <a:ext cx="4381500" cy="666750"/>
          </a:xfrm>
          <a:prstGeom prst="rect">
            <a:avLst/>
          </a:prstGeom>
        </p:spPr>
      </p:pic>
      <p:sp>
        <p:nvSpPr>
          <p:cNvPr id="16" name="직사각형 15">
            <a:extLst>
              <a:ext uri="{FF2B5EF4-FFF2-40B4-BE49-F238E27FC236}">
                <a16:creationId xmlns:a16="http://schemas.microsoft.com/office/drawing/2014/main" id="{32604983-F1F4-AE64-03E0-2386BE3BF7E5}"/>
              </a:ext>
            </a:extLst>
          </p:cNvPr>
          <p:cNvSpPr/>
          <p:nvPr/>
        </p:nvSpPr>
        <p:spPr>
          <a:xfrm>
            <a:off x="3962401" y="2280558"/>
            <a:ext cx="3001736" cy="38644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8" name="직선 연결선 17">
            <a:extLst>
              <a:ext uri="{FF2B5EF4-FFF2-40B4-BE49-F238E27FC236}">
                <a16:creationId xmlns:a16="http://schemas.microsoft.com/office/drawing/2014/main" id="{1645FAFA-9D8B-F90D-5DC0-6188C61CB228}"/>
              </a:ext>
            </a:extLst>
          </p:cNvPr>
          <p:cNvCxnSpPr/>
          <p:nvPr/>
        </p:nvCxnSpPr>
        <p:spPr>
          <a:xfrm>
            <a:off x="7040338" y="2280558"/>
            <a:ext cx="0" cy="615042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화살표: 아래쪽 18">
            <a:extLst>
              <a:ext uri="{FF2B5EF4-FFF2-40B4-BE49-F238E27FC236}">
                <a16:creationId xmlns:a16="http://schemas.microsoft.com/office/drawing/2014/main" id="{DFA5A4A3-96DB-6602-B000-108951F12796}"/>
              </a:ext>
            </a:extLst>
          </p:cNvPr>
          <p:cNvSpPr/>
          <p:nvPr/>
        </p:nvSpPr>
        <p:spPr>
          <a:xfrm>
            <a:off x="5007429" y="1333624"/>
            <a:ext cx="849085" cy="38644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4054038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Image">
            <a:extLst>
              <a:ext uri="{FF2B5EF4-FFF2-40B4-BE49-F238E27FC236}">
                <a16:creationId xmlns:a16="http://schemas.microsoft.com/office/drawing/2014/main" id="{20266196-8738-03FC-D1DF-A142047BDD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179613"/>
            <a:ext cx="12205687" cy="64715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64392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82A7C4-0AC3-8A99-7F29-7E98DF9388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Image">
            <a:extLst>
              <a:ext uri="{FF2B5EF4-FFF2-40B4-BE49-F238E27FC236}">
                <a16:creationId xmlns:a16="http://schemas.microsoft.com/office/drawing/2014/main" id="{B5AB1016-645D-AD6A-4411-3D9775A68EA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86964"/>
          <a:stretch>
            <a:fillRect/>
          </a:stretch>
        </p:blipFill>
        <p:spPr>
          <a:xfrm>
            <a:off x="-1" y="179614"/>
            <a:ext cx="12205687" cy="843644"/>
          </a:xfrm>
          <a:prstGeom prst="rect">
            <a:avLst/>
          </a:prstGeom>
        </p:spPr>
      </p:pic>
      <p:pic>
        <p:nvPicPr>
          <p:cNvPr id="3" name="그림 2" descr="Image">
            <a:extLst>
              <a:ext uri="{FF2B5EF4-FFF2-40B4-BE49-F238E27FC236}">
                <a16:creationId xmlns:a16="http://schemas.microsoft.com/office/drawing/2014/main" id="{6D5874AE-A967-620B-0FE2-562DAEF5E14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86964"/>
          <a:stretch>
            <a:fillRect/>
          </a:stretch>
        </p:blipFill>
        <p:spPr>
          <a:xfrm>
            <a:off x="-1" y="1562101"/>
            <a:ext cx="12205687" cy="843644"/>
          </a:xfrm>
          <a:prstGeom prst="rect">
            <a:avLst/>
          </a:prstGeom>
        </p:spPr>
      </p:pic>
      <p:sp>
        <p:nvSpPr>
          <p:cNvPr id="4" name="화살표: 아래쪽 3">
            <a:extLst>
              <a:ext uri="{FF2B5EF4-FFF2-40B4-BE49-F238E27FC236}">
                <a16:creationId xmlns:a16="http://schemas.microsoft.com/office/drawing/2014/main" id="{A356AEDC-6915-C8AF-2B1C-264C143B847C}"/>
              </a:ext>
            </a:extLst>
          </p:cNvPr>
          <p:cNvSpPr/>
          <p:nvPr/>
        </p:nvSpPr>
        <p:spPr>
          <a:xfrm>
            <a:off x="4180114" y="1023258"/>
            <a:ext cx="1055915" cy="457199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4CE6A753-DC90-DE6D-AED5-A767C25158B2}"/>
              </a:ext>
            </a:extLst>
          </p:cNvPr>
          <p:cNvSpPr/>
          <p:nvPr/>
        </p:nvSpPr>
        <p:spPr>
          <a:xfrm>
            <a:off x="2492829" y="2090057"/>
            <a:ext cx="620485" cy="19594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EC40766-F1B3-8381-071D-DFD5B493F389}"/>
              </a:ext>
            </a:extLst>
          </p:cNvPr>
          <p:cNvSpPr/>
          <p:nvPr/>
        </p:nvSpPr>
        <p:spPr>
          <a:xfrm>
            <a:off x="3211287" y="1763480"/>
            <a:ext cx="620485" cy="52251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>
                <a:solidFill>
                  <a:schemeClr val="tx1"/>
                </a:solidFill>
              </a:rPr>
              <a:t>ROI</a:t>
            </a:r>
          </a:p>
          <a:p>
            <a:pPr algn="ctr"/>
            <a:r>
              <a:rPr lang="en-US" altLang="ko-KR" sz="1100" dirty="0">
                <a:solidFill>
                  <a:schemeClr val="tx1"/>
                </a:solidFill>
              </a:rPr>
              <a:t>Align</a:t>
            </a:r>
            <a:endParaRPr lang="ko-KR" altLang="en-US" sz="1100" dirty="0"/>
          </a:p>
        </p:txBody>
      </p:sp>
      <p:pic>
        <p:nvPicPr>
          <p:cNvPr id="20" name="그림 19" descr="Image">
            <a:extLst>
              <a:ext uri="{FF2B5EF4-FFF2-40B4-BE49-F238E27FC236}">
                <a16:creationId xmlns:a16="http://schemas.microsoft.com/office/drawing/2014/main" id="{5E91F0C7-2450-212F-1634-C6E2340F74E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6401" b="-420"/>
          <a:stretch>
            <a:fillRect/>
          </a:stretch>
        </p:blipFill>
        <p:spPr>
          <a:xfrm>
            <a:off x="1088571" y="2481953"/>
            <a:ext cx="10344229" cy="4376048"/>
          </a:xfrm>
          <a:prstGeom prst="rect">
            <a:avLst/>
          </a:prstGeom>
        </p:spPr>
      </p:pic>
      <p:cxnSp>
        <p:nvCxnSpPr>
          <p:cNvPr id="22" name="직선 연결선 21">
            <a:extLst>
              <a:ext uri="{FF2B5EF4-FFF2-40B4-BE49-F238E27FC236}">
                <a16:creationId xmlns:a16="http://schemas.microsoft.com/office/drawing/2014/main" id="{CBED0098-3D03-41ED-1AAD-B55A0F8C9271}"/>
              </a:ext>
            </a:extLst>
          </p:cNvPr>
          <p:cNvCxnSpPr/>
          <p:nvPr/>
        </p:nvCxnSpPr>
        <p:spPr>
          <a:xfrm flipH="1">
            <a:off x="5236029" y="2688771"/>
            <a:ext cx="533400" cy="13062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직선 연결선 22">
            <a:extLst>
              <a:ext uri="{FF2B5EF4-FFF2-40B4-BE49-F238E27FC236}">
                <a16:creationId xmlns:a16="http://schemas.microsoft.com/office/drawing/2014/main" id="{7B5A56FD-046B-F96C-D1DB-21337CDB3531}"/>
              </a:ext>
            </a:extLst>
          </p:cNvPr>
          <p:cNvCxnSpPr>
            <a:cxnSpLocks/>
          </p:cNvCxnSpPr>
          <p:nvPr/>
        </p:nvCxnSpPr>
        <p:spPr>
          <a:xfrm flipH="1" flipV="1">
            <a:off x="5208815" y="2645227"/>
            <a:ext cx="560614" cy="21771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34352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EA4555F-F725-CA6F-940C-0F7580220235}"/>
              </a:ext>
            </a:extLst>
          </p:cNvPr>
          <p:cNvSpPr txBox="1"/>
          <p:nvPr/>
        </p:nvSpPr>
        <p:spPr>
          <a:xfrm>
            <a:off x="76200" y="0"/>
            <a:ext cx="8899544" cy="68788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ko-KR" altLang="ko-KR" sz="1600" b="1" dirty="0" err="1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</a:t>
            </a:r>
            <a:r>
              <a:rPr lang="ko-KR" altLang="ko-KR" sz="1600" b="1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init</a:t>
            </a:r>
            <a:r>
              <a:rPr lang="ko-KR" altLang="ko-KR" sz="1600" b="1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ko-KR" altLang="ko-KR" sz="1600" b="1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raw_data_in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ko-KR" altLang="ko-KR" sz="1600" b="1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row_index_in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ko-KR" altLang="ko-KR" sz="1600" b="1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col_index_in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):</a:t>
            </a: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raw_data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raw_data_in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row_index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row_index_in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 단일 CSV 시 0으로 고정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col_index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col_index_in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 CSV 파일 내 행(</a:t>
            </a:r>
            <a:r>
              <a:rPr lang="ko-KR" altLang="ko-KR" sz="1600" b="1" dirty="0" err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Row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) 번호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 1. </a:t>
            </a:r>
            <a:r>
              <a:rPr lang="ko-KR" altLang="ko-KR" sz="1600" b="1" dirty="0" err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Raw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 파형 분석 결과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fft_magnitude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endParaRPr lang="en-US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center_freq_Mhz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0.0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#self.raw_envelope_data:Optional[np.ndarray] = </a:t>
            </a:r>
            <a:r>
              <a:rPr lang="ko-KR" altLang="ko-KR" sz="1600" b="1" dirty="0" err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#2. </a:t>
            </a:r>
            <a:r>
              <a:rPr lang="ko-KR" altLang="ko-KR" sz="1600" b="1" dirty="0" err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Filtered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 파형 분석 결과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filtered_data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filtered_fft_magnitude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filtered_center_freq_Mhz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0.0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filtered_envelope_data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b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#3. STEP4 : </a:t>
            </a:r>
            <a:r>
              <a:rPr lang="ko-KR" altLang="ko-KR" sz="1600" b="1" dirty="0" err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Align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 및 600 샘플 ROI 결과 저장 변수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align_indices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AlignIndices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AlignIndices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b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#4. STEP4-2 : </a:t>
            </a:r>
            <a:r>
              <a:rPr lang="ko-KR" altLang="ko-KR" sz="1600" b="1" dirty="0" err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Phase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Inversion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phase_inverse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en-US" altLang="ko-KR" sz="1600" b="1" dirty="0">
              <a:solidFill>
                <a:srgbClr val="569CD6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altLang="ko-KR" sz="1600" b="1" dirty="0">
              <a:solidFill>
                <a:srgbClr val="569CD6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b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ko-KR" altLang="ko-KR" sz="9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AA33D91-A864-62B7-AAED-D6761704EE86}"/>
              </a:ext>
            </a:extLst>
          </p:cNvPr>
          <p:cNvSpPr txBox="1"/>
          <p:nvPr/>
        </p:nvSpPr>
        <p:spPr>
          <a:xfrm>
            <a:off x="8371114" y="0"/>
            <a:ext cx="6096000" cy="55619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#5. Step5-1 : TGC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tgc_ROI_Max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tgc_ROI_min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tgc_ROI_Corr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tgc_ROI_Envelope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b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#5. Step5-3 : </a:t>
            </a:r>
            <a:r>
              <a:rPr lang="ko-KR" altLang="ko-KR" sz="1600" b="1" dirty="0" err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Envelope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env_tgc_ROI_Max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env_tgc_ROI_min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env_tgc_ROI_Corr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env_tgc_ROI_Envelope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200"/>
              </a:lnSpc>
              <a:buNone/>
            </a:pPr>
            <a:br>
              <a:rPr lang="ko-KR" altLang="ko-KR" sz="9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ko-KR" altLang="ko-KR" sz="9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3846234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EA05CDBE-A58E-E663-8643-9EDD78677AE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83593"/>
          <a:stretch>
            <a:fillRect/>
          </a:stretch>
        </p:blipFill>
        <p:spPr>
          <a:xfrm>
            <a:off x="0" y="285750"/>
            <a:ext cx="12192000" cy="1031421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94E29522-F59C-DCDB-7603-9440672AC13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929" t="54805" r="54375" b="9004"/>
          <a:stretch>
            <a:fillRect/>
          </a:stretch>
        </p:blipFill>
        <p:spPr>
          <a:xfrm>
            <a:off x="530678" y="4733082"/>
            <a:ext cx="4117523" cy="1842746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6090DA30-5678-1D01-C6AD-3F1DBCA15DD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429" t="20606" r="54197" b="47013"/>
          <a:stretch>
            <a:fillRect/>
          </a:stretch>
        </p:blipFill>
        <p:spPr>
          <a:xfrm>
            <a:off x="247649" y="3058180"/>
            <a:ext cx="4400552" cy="1655741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7B9737BC-D4AC-95C3-86CA-1B090C6DE43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6964" t="20909" r="1250" b="10347"/>
          <a:stretch>
            <a:fillRect/>
          </a:stretch>
        </p:blipFill>
        <p:spPr>
          <a:xfrm>
            <a:off x="443593" y="1420407"/>
            <a:ext cx="4117522" cy="1618612"/>
          </a:xfrm>
          <a:prstGeom prst="rect">
            <a:avLst/>
          </a:prstGeom>
        </p:spPr>
      </p:pic>
      <p:pic>
        <p:nvPicPr>
          <p:cNvPr id="13" name="그림 12" descr="Image">
            <a:extLst>
              <a:ext uri="{FF2B5EF4-FFF2-40B4-BE49-F238E27FC236}">
                <a16:creationId xmlns:a16="http://schemas.microsoft.com/office/drawing/2014/main" id="{769C926F-373A-91D2-25F3-C3BBDD7557D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96972"/>
          <a:stretch>
            <a:fillRect/>
          </a:stretch>
        </p:blipFill>
        <p:spPr>
          <a:xfrm>
            <a:off x="13687" y="6572250"/>
            <a:ext cx="12205687" cy="236036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07C16D8A-6128-971B-1B57-755206A8E0F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809" t="15525" r="2507" b="15806"/>
          <a:stretch>
            <a:fillRect/>
          </a:stretch>
        </p:blipFill>
        <p:spPr>
          <a:xfrm>
            <a:off x="5246914" y="2307771"/>
            <a:ext cx="6335486" cy="2884716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C3DB495C-A926-4DFC-F46F-D5EBF9A50923}"/>
              </a:ext>
            </a:extLst>
          </p:cNvPr>
          <p:cNvSpPr txBox="1"/>
          <p:nvPr/>
        </p:nvSpPr>
        <p:spPr>
          <a:xfrm>
            <a:off x="11549743" y="2338365"/>
            <a:ext cx="7184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-100</a:t>
            </a:r>
            <a:endParaRPr lang="ko-KR" alt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609A177-5DA6-5554-47EF-6706693A525B}"/>
              </a:ext>
            </a:extLst>
          </p:cNvPr>
          <p:cNvSpPr txBox="1"/>
          <p:nvPr/>
        </p:nvSpPr>
        <p:spPr>
          <a:xfrm>
            <a:off x="11549743" y="4986440"/>
            <a:ext cx="7184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500</a:t>
            </a:r>
            <a:endParaRPr lang="ko-KR" alt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610E29C-F9D6-AAC9-7EDE-6FCA411FD648}"/>
              </a:ext>
            </a:extLst>
          </p:cNvPr>
          <p:cNvSpPr txBox="1"/>
          <p:nvPr/>
        </p:nvSpPr>
        <p:spPr>
          <a:xfrm>
            <a:off x="5116285" y="5262571"/>
            <a:ext cx="7184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0</a:t>
            </a:r>
            <a:endParaRPr lang="ko-KR" altLang="en-US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779ACDB-78B9-651B-939B-5A443B8C2DA7}"/>
              </a:ext>
            </a:extLst>
          </p:cNvPr>
          <p:cNvSpPr txBox="1"/>
          <p:nvPr/>
        </p:nvSpPr>
        <p:spPr>
          <a:xfrm>
            <a:off x="11190515" y="5262571"/>
            <a:ext cx="7184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310</a:t>
            </a:r>
            <a:endParaRPr lang="ko-KR" altLang="en-US" dirty="0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7B314183-FB59-D956-FB85-7DC8C5AFF54B}"/>
              </a:ext>
            </a:extLst>
          </p:cNvPr>
          <p:cNvSpPr/>
          <p:nvPr/>
        </p:nvSpPr>
        <p:spPr>
          <a:xfrm>
            <a:off x="5116285" y="2144486"/>
            <a:ext cx="6466115" cy="36933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EA514F8B-F4C6-5F1B-1280-DB50060CE48F}"/>
              </a:ext>
            </a:extLst>
          </p:cNvPr>
          <p:cNvCxnSpPr/>
          <p:nvPr/>
        </p:nvCxnSpPr>
        <p:spPr>
          <a:xfrm>
            <a:off x="6311153" y="2513818"/>
            <a:ext cx="0" cy="2657288"/>
          </a:xfrm>
          <a:prstGeom prst="line">
            <a:avLst/>
          </a:prstGeom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859304CA-04D0-3A21-E3B3-DAABFACB2A05}"/>
              </a:ext>
            </a:extLst>
          </p:cNvPr>
          <p:cNvSpPr txBox="1"/>
          <p:nvPr/>
        </p:nvSpPr>
        <p:spPr>
          <a:xfrm>
            <a:off x="6015317" y="5447237"/>
            <a:ext cx="4724401" cy="92333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altLang="ko-KR" dirty="0"/>
              <a:t>CTRL </a:t>
            </a:r>
            <a:r>
              <a:rPr lang="ko-KR" altLang="en-US" dirty="0"/>
              <a:t>누르고</a:t>
            </a:r>
            <a:r>
              <a:rPr lang="en-US" altLang="ko-KR" dirty="0"/>
              <a:t>, </a:t>
            </a:r>
            <a:r>
              <a:rPr lang="ko-KR" altLang="en-US" dirty="0"/>
              <a:t>마우스로 </a:t>
            </a:r>
            <a:r>
              <a:rPr lang="en-US" altLang="ko-KR" dirty="0"/>
              <a:t>B</a:t>
            </a:r>
            <a:r>
              <a:rPr lang="ko-KR" altLang="en-US" dirty="0"/>
              <a:t>스캔 이미지의 위치 가리키면</a:t>
            </a:r>
            <a:r>
              <a:rPr lang="en-US" altLang="ko-KR" dirty="0"/>
              <a:t>, X</a:t>
            </a:r>
            <a:r>
              <a:rPr lang="ko-KR" altLang="en-US" dirty="0"/>
              <a:t>축 따라가며</a:t>
            </a:r>
            <a:r>
              <a:rPr lang="en-US" altLang="ko-KR" dirty="0"/>
              <a:t>, </a:t>
            </a:r>
            <a:r>
              <a:rPr lang="ko-KR" altLang="en-US" dirty="0"/>
              <a:t>왼쪽 </a:t>
            </a:r>
            <a:r>
              <a:rPr lang="en-US" altLang="ko-KR" dirty="0"/>
              <a:t>3</a:t>
            </a:r>
            <a:r>
              <a:rPr lang="ko-KR" altLang="en-US" dirty="0"/>
              <a:t>개의 </a:t>
            </a:r>
            <a:r>
              <a:rPr lang="en-US" altLang="ko-KR" dirty="0"/>
              <a:t>A</a:t>
            </a:r>
            <a:r>
              <a:rPr lang="ko-KR" altLang="en-US" dirty="0"/>
              <a:t>파형들이 자동으로 바뀜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86A350E-8ACD-3A4D-5774-DA6D8FBEFD9B}"/>
              </a:ext>
            </a:extLst>
          </p:cNvPr>
          <p:cNvSpPr txBox="1"/>
          <p:nvPr/>
        </p:nvSpPr>
        <p:spPr>
          <a:xfrm>
            <a:off x="7652017" y="2031589"/>
            <a:ext cx="20618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B</a:t>
            </a:r>
            <a:r>
              <a:rPr lang="ko-KR" altLang="en-US" dirty="0"/>
              <a:t> </a:t>
            </a:r>
            <a:r>
              <a:rPr lang="en-US" altLang="ko-KR" dirty="0"/>
              <a:t>SCAN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7308124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0B510A77-1FED-F501-DB74-6D8F6CB082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268" y="482640"/>
            <a:ext cx="7721178" cy="6386245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0C9120BC-0FAD-0075-8D05-7F1B7C41D1B8}"/>
              </a:ext>
            </a:extLst>
          </p:cNvPr>
          <p:cNvSpPr/>
          <p:nvPr/>
        </p:nvSpPr>
        <p:spPr>
          <a:xfrm>
            <a:off x="8033657" y="849086"/>
            <a:ext cx="4158343" cy="6019800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타원 2">
            <a:extLst>
              <a:ext uri="{FF2B5EF4-FFF2-40B4-BE49-F238E27FC236}">
                <a16:creationId xmlns:a16="http://schemas.microsoft.com/office/drawing/2014/main" id="{8EE7F87D-28BF-611A-2982-068A72DE6AF0}"/>
              </a:ext>
            </a:extLst>
          </p:cNvPr>
          <p:cNvSpPr/>
          <p:nvPr/>
        </p:nvSpPr>
        <p:spPr>
          <a:xfrm>
            <a:off x="5976254" y="2188028"/>
            <a:ext cx="217715" cy="119743"/>
          </a:xfrm>
          <a:prstGeom prst="ellipse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타원 5">
            <a:extLst>
              <a:ext uri="{FF2B5EF4-FFF2-40B4-BE49-F238E27FC236}">
                <a16:creationId xmlns:a16="http://schemas.microsoft.com/office/drawing/2014/main" id="{C2218DF1-FB92-F4C6-B409-363CDD68EB9B}"/>
              </a:ext>
            </a:extLst>
          </p:cNvPr>
          <p:cNvSpPr/>
          <p:nvPr/>
        </p:nvSpPr>
        <p:spPr>
          <a:xfrm>
            <a:off x="9067800" y="2205566"/>
            <a:ext cx="217715" cy="119743"/>
          </a:xfrm>
          <a:prstGeom prst="ellipse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" name="직선 화살표 연결선 7">
            <a:extLst>
              <a:ext uri="{FF2B5EF4-FFF2-40B4-BE49-F238E27FC236}">
                <a16:creationId xmlns:a16="http://schemas.microsoft.com/office/drawing/2014/main" id="{6E8B124C-738B-D2E6-011D-B6BDF3B6BA94}"/>
              </a:ext>
            </a:extLst>
          </p:cNvPr>
          <p:cNvCxnSpPr>
            <a:cxnSpLocks/>
            <a:stCxn id="3" idx="6"/>
            <a:endCxn id="6" idx="2"/>
          </p:cNvCxnSpPr>
          <p:nvPr/>
        </p:nvCxnSpPr>
        <p:spPr>
          <a:xfrm>
            <a:off x="6193969" y="2247900"/>
            <a:ext cx="2873831" cy="17538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E42F2C43-D511-FF1A-4C44-EDE0CF17AF5D}"/>
              </a:ext>
            </a:extLst>
          </p:cNvPr>
          <p:cNvSpPr txBox="1"/>
          <p:nvPr/>
        </p:nvSpPr>
        <p:spPr>
          <a:xfrm>
            <a:off x="8160446" y="2264229"/>
            <a:ext cx="403155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solidFill>
                  <a:schemeClr val="bg1"/>
                </a:solidFill>
              </a:rPr>
              <a:t>[</a:t>
            </a:r>
            <a:r>
              <a:rPr lang="ko-KR" altLang="en-US" dirty="0">
                <a:solidFill>
                  <a:schemeClr val="bg1"/>
                </a:solidFill>
              </a:rPr>
              <a:t>ⓐ</a:t>
            </a:r>
            <a:r>
              <a:rPr lang="en-US" altLang="ko-KR" dirty="0">
                <a:solidFill>
                  <a:schemeClr val="bg1"/>
                </a:solidFill>
              </a:rPr>
              <a:t>. Inverse Phase Index </a:t>
            </a:r>
            <a:r>
              <a:rPr lang="ko-KR" altLang="en-US" dirty="0">
                <a:solidFill>
                  <a:schemeClr val="bg1"/>
                </a:solidFill>
              </a:rPr>
              <a:t>추출하기</a:t>
            </a:r>
            <a:r>
              <a:rPr lang="en-US" altLang="ko-KR" dirty="0">
                <a:solidFill>
                  <a:schemeClr val="bg1"/>
                </a:solidFill>
              </a:rPr>
              <a:t>]</a:t>
            </a:r>
          </a:p>
          <a:p>
            <a:r>
              <a:rPr lang="en-US" altLang="ko-KR" dirty="0">
                <a:solidFill>
                  <a:schemeClr val="bg1"/>
                </a:solidFill>
              </a:rPr>
              <a:t>- Align</a:t>
            </a:r>
            <a:r>
              <a:rPr lang="ko-KR" altLang="en-US" dirty="0">
                <a:solidFill>
                  <a:schemeClr val="bg1"/>
                </a:solidFill>
              </a:rPr>
              <a:t> </a:t>
            </a:r>
            <a:r>
              <a:rPr lang="en-US" altLang="ko-KR" dirty="0">
                <a:solidFill>
                  <a:schemeClr val="bg1"/>
                </a:solidFill>
              </a:rPr>
              <a:t>Index</a:t>
            </a:r>
            <a:r>
              <a:rPr lang="ko-KR" altLang="en-US" dirty="0">
                <a:solidFill>
                  <a:schemeClr val="bg1"/>
                </a:solidFill>
              </a:rPr>
              <a:t>로부터 </a:t>
            </a:r>
            <a:r>
              <a:rPr lang="en-US" altLang="ko-KR" dirty="0">
                <a:solidFill>
                  <a:schemeClr val="bg1"/>
                </a:solidFill>
              </a:rPr>
              <a:t>ROI </a:t>
            </a:r>
            <a:r>
              <a:rPr lang="ko-KR" altLang="en-US" dirty="0">
                <a:solidFill>
                  <a:schemeClr val="bg1"/>
                </a:solidFill>
              </a:rPr>
              <a:t>범위 안에서 </a:t>
            </a:r>
            <a:r>
              <a:rPr lang="en-US" altLang="ko-KR" dirty="0">
                <a:solidFill>
                  <a:schemeClr val="bg1"/>
                </a:solidFill>
              </a:rPr>
              <a:t>Search. Ref </a:t>
            </a:r>
            <a:r>
              <a:rPr lang="ko-KR" altLang="en-US" dirty="0">
                <a:solidFill>
                  <a:schemeClr val="bg1"/>
                </a:solidFill>
              </a:rPr>
              <a:t>기준 파형과 정 반대 모양이 있을 경우 </a:t>
            </a:r>
            <a:r>
              <a:rPr lang="en-US" altLang="ko-KR" dirty="0">
                <a:solidFill>
                  <a:schemeClr val="bg1"/>
                </a:solidFill>
              </a:rPr>
              <a:t>Return</a:t>
            </a:r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E43CFCA8-5E65-7969-0084-A8FAD407D9A5}"/>
              </a:ext>
            </a:extLst>
          </p:cNvPr>
          <p:cNvSpPr/>
          <p:nvPr/>
        </p:nvSpPr>
        <p:spPr>
          <a:xfrm>
            <a:off x="9252859" y="3453672"/>
            <a:ext cx="217715" cy="119743"/>
          </a:xfrm>
          <a:prstGeom prst="ellipse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A5EF9650-8D42-9A8A-F9F2-302EC7142489}"/>
              </a:ext>
            </a:extLst>
          </p:cNvPr>
          <p:cNvSpPr/>
          <p:nvPr/>
        </p:nvSpPr>
        <p:spPr>
          <a:xfrm>
            <a:off x="5099957" y="6558543"/>
            <a:ext cx="217715" cy="119743"/>
          </a:xfrm>
          <a:prstGeom prst="ellipse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232761B-558F-5FAB-9022-C6B0008DE308}"/>
              </a:ext>
            </a:extLst>
          </p:cNvPr>
          <p:cNvSpPr txBox="1"/>
          <p:nvPr/>
        </p:nvSpPr>
        <p:spPr>
          <a:xfrm>
            <a:off x="8846246" y="5062216"/>
            <a:ext cx="299741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solidFill>
                  <a:schemeClr val="bg1"/>
                </a:solidFill>
              </a:rPr>
              <a:t>[</a:t>
            </a:r>
            <a:r>
              <a:rPr lang="ko-KR" altLang="en-US" dirty="0">
                <a:solidFill>
                  <a:schemeClr val="bg1"/>
                </a:solidFill>
              </a:rPr>
              <a:t>ⓑ</a:t>
            </a:r>
            <a:r>
              <a:rPr lang="en-US" altLang="ko-KR" dirty="0">
                <a:solidFill>
                  <a:schemeClr val="bg1"/>
                </a:solidFill>
              </a:rPr>
              <a:t>. Inverse Phase Index</a:t>
            </a:r>
            <a:r>
              <a:rPr lang="ko-KR" altLang="en-US" dirty="0">
                <a:solidFill>
                  <a:schemeClr val="bg1"/>
                </a:solidFill>
              </a:rPr>
              <a:t>가 있을 경우</a:t>
            </a:r>
            <a:r>
              <a:rPr lang="en-US" altLang="ko-KR" dirty="0">
                <a:solidFill>
                  <a:schemeClr val="bg1"/>
                </a:solidFill>
              </a:rPr>
              <a:t>, </a:t>
            </a:r>
            <a:r>
              <a:rPr lang="ko-KR" altLang="en-US" dirty="0">
                <a:solidFill>
                  <a:schemeClr val="bg1"/>
                </a:solidFill>
              </a:rPr>
              <a:t>이에 해당하는 </a:t>
            </a:r>
            <a:r>
              <a:rPr lang="en-US" altLang="ko-KR" dirty="0">
                <a:solidFill>
                  <a:schemeClr val="bg1"/>
                </a:solidFill>
              </a:rPr>
              <a:t>B-scan </a:t>
            </a:r>
            <a:r>
              <a:rPr lang="ko-KR" altLang="en-US" dirty="0">
                <a:solidFill>
                  <a:schemeClr val="bg1"/>
                </a:solidFill>
              </a:rPr>
              <a:t>부위에 파란색을 </a:t>
            </a:r>
            <a:r>
              <a:rPr lang="en-US" altLang="ko-KR" dirty="0">
                <a:solidFill>
                  <a:schemeClr val="bg1"/>
                </a:solidFill>
              </a:rPr>
              <a:t>Overlay</a:t>
            </a:r>
            <a:r>
              <a:rPr lang="ko-KR" altLang="en-US" dirty="0">
                <a:solidFill>
                  <a:schemeClr val="bg1"/>
                </a:solidFill>
              </a:rPr>
              <a:t> </a:t>
            </a:r>
            <a:r>
              <a:rPr lang="en-US" altLang="ko-KR" dirty="0">
                <a:solidFill>
                  <a:schemeClr val="bg1"/>
                </a:solidFill>
              </a:rPr>
              <a:t>: Toggle Switch</a:t>
            </a:r>
            <a:r>
              <a:rPr lang="ko-KR" altLang="en-US" dirty="0">
                <a:solidFill>
                  <a:schemeClr val="bg1"/>
                </a:solidFill>
              </a:rPr>
              <a:t>로 적용 유</a:t>
            </a:r>
            <a:r>
              <a:rPr lang="en-US" altLang="ko-KR" dirty="0">
                <a:solidFill>
                  <a:schemeClr val="bg1"/>
                </a:solidFill>
              </a:rPr>
              <a:t>/</a:t>
            </a:r>
            <a:r>
              <a:rPr lang="ko-KR" altLang="en-US" dirty="0">
                <a:solidFill>
                  <a:schemeClr val="bg1"/>
                </a:solidFill>
              </a:rPr>
              <a:t>무</a:t>
            </a:r>
          </a:p>
        </p:txBody>
      </p:sp>
      <p:sp>
        <p:nvSpPr>
          <p:cNvPr id="21" name="타원 20">
            <a:extLst>
              <a:ext uri="{FF2B5EF4-FFF2-40B4-BE49-F238E27FC236}">
                <a16:creationId xmlns:a16="http://schemas.microsoft.com/office/drawing/2014/main" id="{D69C6526-F374-9F1A-0D0A-0ABE45075DDF}"/>
              </a:ext>
            </a:extLst>
          </p:cNvPr>
          <p:cNvSpPr/>
          <p:nvPr/>
        </p:nvSpPr>
        <p:spPr>
          <a:xfrm>
            <a:off x="9285519" y="4960250"/>
            <a:ext cx="217715" cy="119743"/>
          </a:xfrm>
          <a:prstGeom prst="ellipse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62AFE7BD-4FD2-985F-3AD4-031709B798FC}"/>
              </a:ext>
            </a:extLst>
          </p:cNvPr>
          <p:cNvCxnSpPr>
            <a:stCxn id="11" idx="0"/>
            <a:endCxn id="21" idx="0"/>
          </p:cNvCxnSpPr>
          <p:nvPr/>
        </p:nvCxnSpPr>
        <p:spPr>
          <a:xfrm>
            <a:off x="9361717" y="3453672"/>
            <a:ext cx="32660" cy="1506578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타원 26">
            <a:extLst>
              <a:ext uri="{FF2B5EF4-FFF2-40B4-BE49-F238E27FC236}">
                <a16:creationId xmlns:a16="http://schemas.microsoft.com/office/drawing/2014/main" id="{25BFBC86-C7A8-5544-D910-8B416C2A8431}"/>
              </a:ext>
            </a:extLst>
          </p:cNvPr>
          <p:cNvSpPr/>
          <p:nvPr/>
        </p:nvSpPr>
        <p:spPr>
          <a:xfrm>
            <a:off x="9209322" y="6517772"/>
            <a:ext cx="217715" cy="119743"/>
          </a:xfrm>
          <a:prstGeom prst="ellipse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504EC664-D0CB-C9CC-DBFF-731E0CF6246E}"/>
              </a:ext>
            </a:extLst>
          </p:cNvPr>
          <p:cNvCxnSpPr>
            <a:stCxn id="27" idx="3"/>
            <a:endCxn id="13" idx="5"/>
          </p:cNvCxnSpPr>
          <p:nvPr/>
        </p:nvCxnSpPr>
        <p:spPr>
          <a:xfrm flipH="1">
            <a:off x="5285788" y="6619979"/>
            <a:ext cx="3955418" cy="40771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62DB6470-13DA-2071-7259-BE54267BBF7A}"/>
              </a:ext>
            </a:extLst>
          </p:cNvPr>
          <p:cNvSpPr txBox="1"/>
          <p:nvPr/>
        </p:nvSpPr>
        <p:spPr>
          <a:xfrm>
            <a:off x="439268" y="113307"/>
            <a:ext cx="34033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B</a:t>
            </a:r>
            <a:r>
              <a:rPr lang="ko-KR" altLang="en-US" dirty="0"/>
              <a:t>스캔 만들기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C52BCF3-187B-03C2-F468-C7E6A65711DF}"/>
              </a:ext>
            </a:extLst>
          </p:cNvPr>
          <p:cNvSpPr txBox="1"/>
          <p:nvPr/>
        </p:nvSpPr>
        <p:spPr>
          <a:xfrm>
            <a:off x="8411133" y="433049"/>
            <a:ext cx="34033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Inverse Phase </a:t>
            </a:r>
            <a:r>
              <a:rPr lang="ko-KR" altLang="en-US" dirty="0"/>
              <a:t>만들기</a:t>
            </a:r>
          </a:p>
        </p:txBody>
      </p:sp>
    </p:spTree>
    <p:extLst>
      <p:ext uri="{BB962C8B-B14F-4D97-AF65-F5344CB8AC3E}">
        <p14:creationId xmlns:p14="http://schemas.microsoft.com/office/powerpoint/2010/main" val="78809162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0DAD12E2-61E4-EAD1-9487-9647257651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3532" y="104775"/>
            <a:ext cx="6810375" cy="6648450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F3E6A897-FF83-BE3F-18C3-E0E8C71025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50184" y="1834608"/>
            <a:ext cx="7263020" cy="41898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451446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CB8EE143-5CD9-2686-EC38-C5DA9B60990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524" r="12770" b="6072"/>
          <a:stretch>
            <a:fillRect/>
          </a:stretch>
        </p:blipFill>
        <p:spPr>
          <a:xfrm>
            <a:off x="52639" y="0"/>
            <a:ext cx="1296000" cy="4660009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9E0C2BA2-E1A0-1868-6E2E-F0FE9C570EF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394" r="12901" b="6072"/>
          <a:stretch>
            <a:fillRect/>
          </a:stretch>
        </p:blipFill>
        <p:spPr>
          <a:xfrm>
            <a:off x="1411498" y="14652"/>
            <a:ext cx="1296000" cy="466001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767D55C-3A36-2E7E-EDB5-D2D42A213019}"/>
              </a:ext>
            </a:extLst>
          </p:cNvPr>
          <p:cNvSpPr txBox="1"/>
          <p:nvPr/>
        </p:nvSpPr>
        <p:spPr>
          <a:xfrm>
            <a:off x="277106" y="4698831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9.01</a:t>
            </a:r>
            <a:endParaRPr lang="ko-KR" alt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48EE63C-F46B-1F0A-6BAF-95F30B1C9BA7}"/>
              </a:ext>
            </a:extLst>
          </p:cNvPr>
          <p:cNvSpPr txBox="1"/>
          <p:nvPr/>
        </p:nvSpPr>
        <p:spPr>
          <a:xfrm>
            <a:off x="1724996" y="4684176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9.76</a:t>
            </a:r>
            <a:endParaRPr lang="ko-KR" altLang="en-US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D474C461-F4BB-2D30-986F-A0B21F479E9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0043" r="13637" b="6072"/>
          <a:stretch>
            <a:fillRect/>
          </a:stretch>
        </p:blipFill>
        <p:spPr>
          <a:xfrm>
            <a:off x="2770357" y="14652"/>
            <a:ext cx="1235072" cy="4674663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83F242C0-A9C5-0C96-A276-DE1E249319EE}"/>
              </a:ext>
            </a:extLst>
          </p:cNvPr>
          <p:cNvSpPr txBox="1"/>
          <p:nvPr/>
        </p:nvSpPr>
        <p:spPr>
          <a:xfrm>
            <a:off x="3072365" y="4631465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10.51</a:t>
            </a:r>
            <a:endParaRPr lang="ko-KR" altLang="en-US" dirty="0"/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F4983F47-DC08-A415-06D4-E24674603EE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523" r="14156" b="6072"/>
          <a:stretch>
            <a:fillRect/>
          </a:stretch>
        </p:blipFill>
        <p:spPr>
          <a:xfrm>
            <a:off x="4045428" y="5136"/>
            <a:ext cx="1237586" cy="4684179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C3723366-8BAE-998D-CD8B-C26D870D2195}"/>
              </a:ext>
            </a:extLst>
          </p:cNvPr>
          <p:cNvSpPr txBox="1"/>
          <p:nvPr/>
        </p:nvSpPr>
        <p:spPr>
          <a:xfrm>
            <a:off x="4309047" y="4642632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11.18</a:t>
            </a:r>
            <a:endParaRPr lang="ko-KR" altLang="en-US" dirty="0"/>
          </a:p>
        </p:txBody>
      </p:sp>
      <p:pic>
        <p:nvPicPr>
          <p:cNvPr id="21" name="그림 20">
            <a:extLst>
              <a:ext uri="{FF2B5EF4-FFF2-40B4-BE49-F238E27FC236}">
                <a16:creationId xmlns:a16="http://schemas.microsoft.com/office/drawing/2014/main" id="{5640ACD3-0BD2-EF5F-6BB8-CE88DF68A3E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696" r="13983" b="6072"/>
          <a:stretch>
            <a:fillRect/>
          </a:stretch>
        </p:blipFill>
        <p:spPr>
          <a:xfrm>
            <a:off x="5350028" y="14652"/>
            <a:ext cx="1237586" cy="4684179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BA99BDA9-5EEB-00C7-7F00-24C6EFCCFE1B}"/>
              </a:ext>
            </a:extLst>
          </p:cNvPr>
          <p:cNvSpPr txBox="1"/>
          <p:nvPr/>
        </p:nvSpPr>
        <p:spPr>
          <a:xfrm>
            <a:off x="5664066" y="4642632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11.93</a:t>
            </a:r>
            <a:endParaRPr lang="ko-KR" altLang="en-US" dirty="0"/>
          </a:p>
        </p:txBody>
      </p:sp>
      <p:pic>
        <p:nvPicPr>
          <p:cNvPr id="25" name="그림 24">
            <a:extLst>
              <a:ext uri="{FF2B5EF4-FFF2-40B4-BE49-F238E27FC236}">
                <a16:creationId xmlns:a16="http://schemas.microsoft.com/office/drawing/2014/main" id="{39FC4C47-59B8-9796-D026-A14B074406D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524" r="14156" b="6072"/>
          <a:stretch>
            <a:fillRect/>
          </a:stretch>
        </p:blipFill>
        <p:spPr>
          <a:xfrm>
            <a:off x="6683803" y="-1"/>
            <a:ext cx="1237586" cy="4684177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2C8D0A19-A244-E8F6-BB9C-A09068792325}"/>
              </a:ext>
            </a:extLst>
          </p:cNvPr>
          <p:cNvSpPr txBox="1"/>
          <p:nvPr/>
        </p:nvSpPr>
        <p:spPr>
          <a:xfrm>
            <a:off x="6958378" y="4676289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12.16</a:t>
            </a:r>
            <a:endParaRPr lang="ko-KR" altLang="en-US" dirty="0"/>
          </a:p>
        </p:txBody>
      </p:sp>
      <p:pic>
        <p:nvPicPr>
          <p:cNvPr id="29" name="그림 28">
            <a:extLst>
              <a:ext uri="{FF2B5EF4-FFF2-40B4-BE49-F238E27FC236}">
                <a16:creationId xmlns:a16="http://schemas.microsoft.com/office/drawing/2014/main" id="{B1C79B9E-3797-05F6-5A41-68B1502BD395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524" r="12944" b="6072"/>
          <a:stretch>
            <a:fillRect/>
          </a:stretch>
        </p:blipFill>
        <p:spPr>
          <a:xfrm>
            <a:off x="7979803" y="14652"/>
            <a:ext cx="1294581" cy="4684179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6C9A5395-EAF0-1E24-A8A5-6A2748BA58D4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351" r="12770" b="6072"/>
          <a:stretch>
            <a:fillRect/>
          </a:stretch>
        </p:blipFill>
        <p:spPr>
          <a:xfrm>
            <a:off x="9332797" y="-1"/>
            <a:ext cx="1314965" cy="4698832"/>
          </a:xfrm>
          <a:prstGeom prst="rect">
            <a:avLst/>
          </a:prstGeom>
        </p:spPr>
      </p:pic>
      <p:pic>
        <p:nvPicPr>
          <p:cNvPr id="33" name="그림 32">
            <a:extLst>
              <a:ext uri="{FF2B5EF4-FFF2-40B4-BE49-F238E27FC236}">
                <a16:creationId xmlns:a16="http://schemas.microsoft.com/office/drawing/2014/main" id="{4A3328BE-FBA4-71CE-8E56-B900A9525CE3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8632" r="14822" b="6072"/>
          <a:stretch>
            <a:fillRect/>
          </a:stretch>
        </p:blipFill>
        <p:spPr>
          <a:xfrm>
            <a:off x="10780502" y="-1"/>
            <a:ext cx="1252076" cy="4698832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B9DA3E49-79C1-42ED-4158-7B99F44A347D}"/>
              </a:ext>
            </a:extLst>
          </p:cNvPr>
          <p:cNvSpPr txBox="1"/>
          <p:nvPr/>
        </p:nvSpPr>
        <p:spPr>
          <a:xfrm>
            <a:off x="8322509" y="4668217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12.91</a:t>
            </a:r>
            <a:endParaRPr lang="ko-KR" altLang="en-US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26A0BF6-BD41-B5BD-D070-34A60A1F42E4}"/>
              </a:ext>
            </a:extLst>
          </p:cNvPr>
          <p:cNvSpPr txBox="1"/>
          <p:nvPr/>
        </p:nvSpPr>
        <p:spPr>
          <a:xfrm>
            <a:off x="9615734" y="4631464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13.51</a:t>
            </a:r>
            <a:endParaRPr lang="ko-KR" altLang="en-US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161500A-711A-AEF3-C764-6276E3D27F94}"/>
              </a:ext>
            </a:extLst>
          </p:cNvPr>
          <p:cNvSpPr txBox="1"/>
          <p:nvPr/>
        </p:nvSpPr>
        <p:spPr>
          <a:xfrm>
            <a:off x="11007698" y="4668217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14.03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8990135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FAB0ED-BE9E-C6F9-6705-729861DB54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B4530020-CA86-75F3-F21C-021D5CDE2DD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6709" r="55626" b="22052"/>
          <a:stretch>
            <a:fillRect/>
          </a:stretch>
        </p:blipFill>
        <p:spPr>
          <a:xfrm>
            <a:off x="0" y="11641"/>
            <a:ext cx="5040000" cy="108945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D10E3AC-9BF7-03B9-627E-4745A363B079}"/>
              </a:ext>
            </a:extLst>
          </p:cNvPr>
          <p:cNvSpPr txBox="1"/>
          <p:nvPr/>
        </p:nvSpPr>
        <p:spPr>
          <a:xfrm>
            <a:off x="2189683" y="1063173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30000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1DF47D8-C4FE-18CC-7A25-5D826AAE19F3}"/>
              </a:ext>
            </a:extLst>
          </p:cNvPr>
          <p:cNvSpPr txBox="1"/>
          <p:nvPr/>
        </p:nvSpPr>
        <p:spPr>
          <a:xfrm>
            <a:off x="7781427" y="1041633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1</a:t>
            </a:r>
            <a:r>
              <a:rPr lang="ko-KR" altLang="en-US" dirty="0"/>
              <a:t>000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D5C6E034-E92B-DD31-913C-FE1B4C3B715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4774" r="55625" b="22635"/>
          <a:stretch>
            <a:fillRect/>
          </a:stretch>
        </p:blipFill>
        <p:spPr>
          <a:xfrm>
            <a:off x="-22052" y="1343558"/>
            <a:ext cx="5040000" cy="1089454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41A1645E-01F0-F296-D3AA-FDC9B7F78F01}"/>
              </a:ext>
            </a:extLst>
          </p:cNvPr>
          <p:cNvSpPr txBox="1"/>
          <p:nvPr/>
        </p:nvSpPr>
        <p:spPr>
          <a:xfrm>
            <a:off x="2138885" y="2365703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2</a:t>
            </a:r>
            <a:r>
              <a:rPr lang="ko-KR" altLang="en-US" dirty="0"/>
              <a:t>000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DE75FE8-875F-95CD-B8F0-4D9A5981983E}"/>
              </a:ext>
            </a:extLst>
          </p:cNvPr>
          <p:cNvSpPr txBox="1"/>
          <p:nvPr/>
        </p:nvSpPr>
        <p:spPr>
          <a:xfrm>
            <a:off x="7912256" y="2380022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29</a:t>
            </a:r>
            <a:r>
              <a:rPr lang="ko-KR" altLang="en-US" dirty="0"/>
              <a:t>00</a:t>
            </a: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65E33585-635E-9DB5-00AD-6263175F7EB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958" t="25344" r="51667" b="22463"/>
          <a:stretch>
            <a:fillRect/>
          </a:stretch>
        </p:blipFill>
        <p:spPr>
          <a:xfrm>
            <a:off x="0" y="2655919"/>
            <a:ext cx="5040000" cy="1089454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7AE3A45-8776-C1E5-46D3-EAC079A97106}"/>
              </a:ext>
            </a:extLst>
          </p:cNvPr>
          <p:cNvSpPr txBox="1"/>
          <p:nvPr/>
        </p:nvSpPr>
        <p:spPr>
          <a:xfrm>
            <a:off x="2189683" y="3725245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39</a:t>
            </a:r>
            <a:r>
              <a:rPr lang="ko-KR" altLang="en-US" dirty="0"/>
              <a:t>00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A8A211D-7472-1E88-07FF-FA3170000EC2}"/>
              </a:ext>
            </a:extLst>
          </p:cNvPr>
          <p:cNvSpPr txBox="1"/>
          <p:nvPr/>
        </p:nvSpPr>
        <p:spPr>
          <a:xfrm>
            <a:off x="7912256" y="3738339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42</a:t>
            </a:r>
            <a:r>
              <a:rPr lang="ko-KR" altLang="en-US" dirty="0"/>
              <a:t>00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7A429313-FC48-C7AE-E01B-E12B85FCC6B8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3751" t="30324" r="51874" b="19997"/>
          <a:stretch>
            <a:fillRect/>
          </a:stretch>
        </p:blipFill>
        <p:spPr>
          <a:xfrm>
            <a:off x="0" y="4029681"/>
            <a:ext cx="5040000" cy="1032341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632DFEA0-8F64-C518-9F7D-8E4F776A805A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438" t="26683" r="51771" b="18550"/>
          <a:stretch>
            <a:fillRect/>
          </a:stretch>
        </p:blipFill>
        <p:spPr>
          <a:xfrm>
            <a:off x="-22052" y="5295530"/>
            <a:ext cx="5040000" cy="1150865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E033DF8E-0721-8B79-0131-CE66F4D2B2F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0938" t="26709" r="4688" b="22052"/>
          <a:stretch>
            <a:fillRect/>
          </a:stretch>
        </p:blipFill>
        <p:spPr>
          <a:xfrm>
            <a:off x="5711565" y="11641"/>
            <a:ext cx="5040000" cy="1089454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BE56573F-4E78-7051-D233-2A398939B4C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9585" t="24774" r="5485" b="22635"/>
          <a:stretch>
            <a:fillRect/>
          </a:stretch>
        </p:blipFill>
        <p:spPr>
          <a:xfrm>
            <a:off x="5704263" y="1367520"/>
            <a:ext cx="5040000" cy="1075967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BB36E55C-342F-73E3-D7CF-BCE496E3D7D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4236" t="25344" r="834" b="22463"/>
          <a:stretch>
            <a:fillRect/>
          </a:stretch>
        </p:blipFill>
        <p:spPr>
          <a:xfrm>
            <a:off x="5704263" y="2687772"/>
            <a:ext cx="5040000" cy="1075967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0FA33621-62C9-EC8C-71B2-9B44B770686A}"/>
              </a:ext>
            </a:extLst>
          </p:cNvPr>
          <p:cNvSpPr txBox="1"/>
          <p:nvPr/>
        </p:nvSpPr>
        <p:spPr>
          <a:xfrm>
            <a:off x="2189683" y="4993729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52</a:t>
            </a:r>
            <a:r>
              <a:rPr lang="ko-KR" altLang="en-US" dirty="0"/>
              <a:t>00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9A4CDA0-B646-A1DC-0E2E-F4F062FDC815}"/>
              </a:ext>
            </a:extLst>
          </p:cNvPr>
          <p:cNvSpPr txBox="1"/>
          <p:nvPr/>
        </p:nvSpPr>
        <p:spPr>
          <a:xfrm>
            <a:off x="7912256" y="4993728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60</a:t>
            </a:r>
            <a:r>
              <a:rPr lang="ko-KR" altLang="en-US" dirty="0"/>
              <a:t>00</a:t>
            </a:r>
          </a:p>
        </p:txBody>
      </p:sp>
      <p:pic>
        <p:nvPicPr>
          <p:cNvPr id="28" name="그림 27">
            <a:extLst>
              <a:ext uri="{FF2B5EF4-FFF2-40B4-BE49-F238E27FC236}">
                <a16:creationId xmlns:a16="http://schemas.microsoft.com/office/drawing/2014/main" id="{09AFC077-0C4B-E41C-438D-229048D6CA3E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53610" t="30324" r="1459" b="19997"/>
          <a:stretch>
            <a:fillRect/>
          </a:stretch>
        </p:blipFill>
        <p:spPr>
          <a:xfrm>
            <a:off x="5704263" y="4033424"/>
            <a:ext cx="5040000" cy="1019561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032EE094-174E-842D-7A75-524003AABD8A}"/>
              </a:ext>
            </a:extLst>
          </p:cNvPr>
          <p:cNvSpPr txBox="1"/>
          <p:nvPr/>
        </p:nvSpPr>
        <p:spPr>
          <a:xfrm>
            <a:off x="2189683" y="6446395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67</a:t>
            </a:r>
            <a:r>
              <a:rPr lang="ko-KR" altLang="en-US" dirty="0"/>
              <a:t>00</a:t>
            </a:r>
          </a:p>
        </p:txBody>
      </p:sp>
    </p:spTree>
    <p:extLst>
      <p:ext uri="{BB962C8B-B14F-4D97-AF65-F5344CB8AC3E}">
        <p14:creationId xmlns:p14="http://schemas.microsoft.com/office/powerpoint/2010/main" val="152453567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8C3885-C8DD-D83F-0010-F0B39F0652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F71CAA49-8764-3BEF-3A4E-6B5C8993383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6709" r="55626" b="22052"/>
          <a:stretch>
            <a:fillRect/>
          </a:stretch>
        </p:blipFill>
        <p:spPr>
          <a:xfrm>
            <a:off x="0" y="11641"/>
            <a:ext cx="5040000" cy="108945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FD8F06D-EA9C-ED68-79AE-48FB8B8EEFBD}"/>
              </a:ext>
            </a:extLst>
          </p:cNvPr>
          <p:cNvSpPr txBox="1"/>
          <p:nvPr/>
        </p:nvSpPr>
        <p:spPr>
          <a:xfrm>
            <a:off x="2189683" y="1063173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30000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A6518D4-24F4-6140-A40A-FEDD1A828BCA}"/>
              </a:ext>
            </a:extLst>
          </p:cNvPr>
          <p:cNvSpPr txBox="1"/>
          <p:nvPr/>
        </p:nvSpPr>
        <p:spPr>
          <a:xfrm>
            <a:off x="7781427" y="1041633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1</a:t>
            </a:r>
            <a:r>
              <a:rPr lang="ko-KR" altLang="en-US" dirty="0"/>
              <a:t>000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1459E7B2-4D00-83F9-E651-10568BC100E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4774" r="55625" b="22635"/>
          <a:stretch>
            <a:fillRect/>
          </a:stretch>
        </p:blipFill>
        <p:spPr>
          <a:xfrm>
            <a:off x="-22052" y="1343558"/>
            <a:ext cx="5040000" cy="1089454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44491427-29FF-7D7B-D6C6-6AA33E015329}"/>
              </a:ext>
            </a:extLst>
          </p:cNvPr>
          <p:cNvSpPr txBox="1"/>
          <p:nvPr/>
        </p:nvSpPr>
        <p:spPr>
          <a:xfrm>
            <a:off x="2138885" y="2365703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2</a:t>
            </a:r>
            <a:r>
              <a:rPr lang="ko-KR" altLang="en-US" dirty="0"/>
              <a:t>000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2692FC7-6D47-C2AF-7D72-83A41EF61898}"/>
              </a:ext>
            </a:extLst>
          </p:cNvPr>
          <p:cNvSpPr txBox="1"/>
          <p:nvPr/>
        </p:nvSpPr>
        <p:spPr>
          <a:xfrm>
            <a:off x="7912256" y="2380022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29</a:t>
            </a:r>
            <a:r>
              <a:rPr lang="ko-KR" altLang="en-US" dirty="0"/>
              <a:t>00</a:t>
            </a: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7EAF1E54-E6B4-68C5-F14A-B38C8D83870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958" t="25344" r="51667" b="22463"/>
          <a:stretch>
            <a:fillRect/>
          </a:stretch>
        </p:blipFill>
        <p:spPr>
          <a:xfrm>
            <a:off x="0" y="2655919"/>
            <a:ext cx="5040000" cy="1089454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F908916-00D4-916F-CEC3-FE721AC53F35}"/>
              </a:ext>
            </a:extLst>
          </p:cNvPr>
          <p:cNvSpPr txBox="1"/>
          <p:nvPr/>
        </p:nvSpPr>
        <p:spPr>
          <a:xfrm>
            <a:off x="2189683" y="3725245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39</a:t>
            </a:r>
            <a:r>
              <a:rPr lang="ko-KR" altLang="en-US" dirty="0"/>
              <a:t>00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968343A-EDAE-B3FE-3A84-B8636CBED756}"/>
              </a:ext>
            </a:extLst>
          </p:cNvPr>
          <p:cNvSpPr txBox="1"/>
          <p:nvPr/>
        </p:nvSpPr>
        <p:spPr>
          <a:xfrm>
            <a:off x="7912256" y="3738339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42</a:t>
            </a:r>
            <a:r>
              <a:rPr lang="ko-KR" altLang="en-US" dirty="0"/>
              <a:t>00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F493DA8A-3ED2-CFFC-E711-B29EAA7A363D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3751" t="30324" r="51874" b="19997"/>
          <a:stretch>
            <a:fillRect/>
          </a:stretch>
        </p:blipFill>
        <p:spPr>
          <a:xfrm>
            <a:off x="0" y="4029681"/>
            <a:ext cx="5040000" cy="1032341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D5B6E9E9-B91A-50F9-7FFD-34BC02E61BEE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438" t="26683" r="51771" b="18550"/>
          <a:stretch>
            <a:fillRect/>
          </a:stretch>
        </p:blipFill>
        <p:spPr>
          <a:xfrm>
            <a:off x="-22052" y="5295530"/>
            <a:ext cx="5040000" cy="1150865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A74383AB-4D43-28FB-45CF-53965C7AFC2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0938" t="26709" r="4688" b="22052"/>
          <a:stretch>
            <a:fillRect/>
          </a:stretch>
        </p:blipFill>
        <p:spPr>
          <a:xfrm>
            <a:off x="5711565" y="11641"/>
            <a:ext cx="5040000" cy="1089454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126AF591-46BE-9B36-E036-6C5994C2B1A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9585" t="24774" r="5485" b="22635"/>
          <a:stretch>
            <a:fillRect/>
          </a:stretch>
        </p:blipFill>
        <p:spPr>
          <a:xfrm>
            <a:off x="5704263" y="1367520"/>
            <a:ext cx="5040000" cy="1075967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03BAFEFB-7457-3F0B-B158-4645EE52477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4236" t="25344" r="834" b="22463"/>
          <a:stretch>
            <a:fillRect/>
          </a:stretch>
        </p:blipFill>
        <p:spPr>
          <a:xfrm>
            <a:off x="5704263" y="2687772"/>
            <a:ext cx="5040000" cy="1075967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B72B8727-382E-8A17-6689-48AF7EDE4DCD}"/>
              </a:ext>
            </a:extLst>
          </p:cNvPr>
          <p:cNvSpPr txBox="1"/>
          <p:nvPr/>
        </p:nvSpPr>
        <p:spPr>
          <a:xfrm>
            <a:off x="2189683" y="4993729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52</a:t>
            </a:r>
            <a:r>
              <a:rPr lang="ko-KR" altLang="en-US" dirty="0"/>
              <a:t>00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6A3D711-8834-CD6A-FBEC-31188433BACF}"/>
              </a:ext>
            </a:extLst>
          </p:cNvPr>
          <p:cNvSpPr txBox="1"/>
          <p:nvPr/>
        </p:nvSpPr>
        <p:spPr>
          <a:xfrm>
            <a:off x="7912256" y="4993728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60</a:t>
            </a:r>
            <a:r>
              <a:rPr lang="ko-KR" altLang="en-US" dirty="0"/>
              <a:t>00</a:t>
            </a:r>
          </a:p>
        </p:txBody>
      </p:sp>
      <p:pic>
        <p:nvPicPr>
          <p:cNvPr id="28" name="그림 27">
            <a:extLst>
              <a:ext uri="{FF2B5EF4-FFF2-40B4-BE49-F238E27FC236}">
                <a16:creationId xmlns:a16="http://schemas.microsoft.com/office/drawing/2014/main" id="{F8075DD6-D6EC-05A2-CC91-7960B8647AEA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53610" t="30324" r="1459" b="19997"/>
          <a:stretch>
            <a:fillRect/>
          </a:stretch>
        </p:blipFill>
        <p:spPr>
          <a:xfrm>
            <a:off x="5704263" y="4033424"/>
            <a:ext cx="5040000" cy="1019561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901F5496-60FA-7726-4755-F21F7E4ACEA1}"/>
              </a:ext>
            </a:extLst>
          </p:cNvPr>
          <p:cNvSpPr txBox="1"/>
          <p:nvPr/>
        </p:nvSpPr>
        <p:spPr>
          <a:xfrm>
            <a:off x="2189683" y="6446395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67</a:t>
            </a:r>
            <a:r>
              <a:rPr lang="ko-KR" altLang="en-US" dirty="0"/>
              <a:t>00</a:t>
            </a:r>
          </a:p>
        </p:txBody>
      </p:sp>
    </p:spTree>
    <p:extLst>
      <p:ext uri="{BB962C8B-B14F-4D97-AF65-F5344CB8AC3E}">
        <p14:creationId xmlns:p14="http://schemas.microsoft.com/office/powerpoint/2010/main" val="158729028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82F03F4C-5864-738F-3349-766F215CA2C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92669"/>
          <a:stretch>
            <a:fillRect/>
          </a:stretch>
        </p:blipFill>
        <p:spPr>
          <a:xfrm>
            <a:off x="0" y="285750"/>
            <a:ext cx="12192000" cy="666750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82F083C1-03A5-2CD3-2BA9-01AFCEBA0BE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0824" y="2334193"/>
            <a:ext cx="6286500" cy="3048000"/>
          </a:xfrm>
          <a:prstGeom prst="rect">
            <a:avLst/>
          </a:prstGeom>
        </p:spPr>
      </p:pic>
      <p:sp>
        <p:nvSpPr>
          <p:cNvPr id="11" name="직사각형 10">
            <a:extLst>
              <a:ext uri="{FF2B5EF4-FFF2-40B4-BE49-F238E27FC236}">
                <a16:creationId xmlns:a16="http://schemas.microsoft.com/office/drawing/2014/main" id="{9C5D0C20-9DCF-BC78-C8E9-66DC556FEB8A}"/>
              </a:ext>
            </a:extLst>
          </p:cNvPr>
          <p:cNvSpPr/>
          <p:nvPr/>
        </p:nvSpPr>
        <p:spPr>
          <a:xfrm>
            <a:off x="34925" y="952500"/>
            <a:ext cx="12122150" cy="991361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FABA9EAD-FC92-0087-6B53-DFB495F65FE4}"/>
              </a:ext>
            </a:extLst>
          </p:cNvPr>
          <p:cNvSpPr/>
          <p:nvPr/>
        </p:nvSpPr>
        <p:spPr>
          <a:xfrm>
            <a:off x="250824" y="1011690"/>
            <a:ext cx="1454150" cy="420461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</a:rPr>
              <a:t>Open Image</a:t>
            </a:r>
            <a:endParaRPr lang="ko-KR" altLang="en-US" sz="1400" dirty="0">
              <a:solidFill>
                <a:schemeClr val="tx1"/>
              </a:solidFill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3E610587-D8C5-4A0E-F744-FFC00795507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370" t="7374" r="74969" b="88235"/>
          <a:stretch>
            <a:fillRect/>
          </a:stretch>
        </p:blipFill>
        <p:spPr>
          <a:xfrm>
            <a:off x="1920873" y="1018381"/>
            <a:ext cx="2908301" cy="420461"/>
          </a:xfrm>
          <a:prstGeom prst="rect">
            <a:avLst/>
          </a:prstGeom>
        </p:spPr>
      </p:pic>
      <p:sp>
        <p:nvSpPr>
          <p:cNvPr id="12" name="직사각형 11">
            <a:extLst>
              <a:ext uri="{FF2B5EF4-FFF2-40B4-BE49-F238E27FC236}">
                <a16:creationId xmlns:a16="http://schemas.microsoft.com/office/drawing/2014/main" id="{2C11CE93-5879-3145-E961-3318ADF05B0E}"/>
              </a:ext>
            </a:extLst>
          </p:cNvPr>
          <p:cNvSpPr/>
          <p:nvPr/>
        </p:nvSpPr>
        <p:spPr>
          <a:xfrm>
            <a:off x="3216274" y="1078026"/>
            <a:ext cx="1435100" cy="30117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accent6"/>
                </a:solidFill>
              </a:rPr>
              <a:t>jpg</a:t>
            </a:r>
            <a:endParaRPr lang="ko-KR" altLang="en-US" dirty="0">
              <a:solidFill>
                <a:schemeClr val="accent6"/>
              </a:solidFill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9A156DFC-221C-84E7-B561-E2A834FBF94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5104" t="7778" r="61563" b="88445"/>
          <a:stretch>
            <a:fillRect/>
          </a:stretch>
        </p:blipFill>
        <p:spPr>
          <a:xfrm>
            <a:off x="5045073" y="1067366"/>
            <a:ext cx="2134855" cy="311830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20735C25-1F26-AE3F-AB0E-CCD920214A3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5104" t="7778" r="61563" b="88445"/>
          <a:stretch>
            <a:fillRect/>
          </a:stretch>
        </p:blipFill>
        <p:spPr>
          <a:xfrm>
            <a:off x="7038973" y="1097641"/>
            <a:ext cx="2134855" cy="311830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818578DC-818F-3B5E-E164-95675976FDC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5104" t="7778" r="61563" b="88445"/>
          <a:stretch>
            <a:fillRect/>
          </a:stretch>
        </p:blipFill>
        <p:spPr>
          <a:xfrm>
            <a:off x="5045073" y="1475807"/>
            <a:ext cx="2134855" cy="311830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11778C6A-9507-F231-9D82-288F32C5FDA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5104" t="7778" r="61563" b="88445"/>
          <a:stretch>
            <a:fillRect/>
          </a:stretch>
        </p:blipFill>
        <p:spPr>
          <a:xfrm>
            <a:off x="7038973" y="1475807"/>
            <a:ext cx="2134855" cy="311830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8362C82A-57EF-1804-CA1A-DCE7E391ABAF}"/>
              </a:ext>
            </a:extLst>
          </p:cNvPr>
          <p:cNvSpPr txBox="1"/>
          <p:nvPr/>
        </p:nvSpPr>
        <p:spPr>
          <a:xfrm>
            <a:off x="5045073" y="1097641"/>
            <a:ext cx="901702" cy="338554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r>
              <a:rPr lang="en-US" altLang="ko-KR" sz="1600" dirty="0"/>
              <a:t>Start X</a:t>
            </a:r>
            <a:endParaRPr lang="ko-KR" altLang="en-US" sz="16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886FB6F-2B27-A1C5-5FEC-A88A3F61295A}"/>
              </a:ext>
            </a:extLst>
          </p:cNvPr>
          <p:cNvSpPr txBox="1"/>
          <p:nvPr/>
        </p:nvSpPr>
        <p:spPr>
          <a:xfrm>
            <a:off x="7038973" y="1106475"/>
            <a:ext cx="901702" cy="338554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r>
              <a:rPr lang="en-US" altLang="ko-KR" sz="1600" dirty="0"/>
              <a:t>Start Y</a:t>
            </a:r>
            <a:endParaRPr lang="ko-KR" altLang="en-US" sz="16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4DE0ACF-FC78-EEC3-C13F-287D11887D69}"/>
              </a:ext>
            </a:extLst>
          </p:cNvPr>
          <p:cNvSpPr txBox="1"/>
          <p:nvPr/>
        </p:nvSpPr>
        <p:spPr>
          <a:xfrm>
            <a:off x="5045073" y="1438842"/>
            <a:ext cx="901702" cy="338554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r>
              <a:rPr lang="en-US" altLang="ko-KR" sz="1600" dirty="0"/>
              <a:t>X Leng</a:t>
            </a:r>
            <a:endParaRPr lang="ko-KR" altLang="en-US" sz="1600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D3F10C1-CB6E-8957-1696-6B4D14AE3418}"/>
              </a:ext>
            </a:extLst>
          </p:cNvPr>
          <p:cNvSpPr txBox="1"/>
          <p:nvPr/>
        </p:nvSpPr>
        <p:spPr>
          <a:xfrm>
            <a:off x="6987547" y="1476343"/>
            <a:ext cx="901702" cy="338554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r>
              <a:rPr lang="en-US" altLang="ko-KR" sz="1600" dirty="0"/>
              <a:t>Y Leng</a:t>
            </a:r>
            <a:endParaRPr lang="ko-KR" altLang="en-US" sz="1600" dirty="0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A34B1C04-C6C7-EF8E-4093-6D84956763B4}"/>
              </a:ext>
            </a:extLst>
          </p:cNvPr>
          <p:cNvSpPr/>
          <p:nvPr/>
        </p:nvSpPr>
        <p:spPr>
          <a:xfrm>
            <a:off x="10591803" y="1010773"/>
            <a:ext cx="1454150" cy="420461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</a:rPr>
              <a:t>STD</a:t>
            </a:r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DA28444E-E9E2-16E4-437F-362959C77D42}"/>
              </a:ext>
            </a:extLst>
          </p:cNvPr>
          <p:cNvSpPr/>
          <p:nvPr/>
        </p:nvSpPr>
        <p:spPr>
          <a:xfrm>
            <a:off x="10591803" y="1482635"/>
            <a:ext cx="1454150" cy="420461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</a:rPr>
              <a:t>Grey Distribution</a:t>
            </a:r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0F9B5E6E-9469-6B21-2A3A-A0C5495F0872}"/>
              </a:ext>
            </a:extLst>
          </p:cNvPr>
          <p:cNvSpPr/>
          <p:nvPr/>
        </p:nvSpPr>
        <p:spPr>
          <a:xfrm>
            <a:off x="977899" y="2717800"/>
            <a:ext cx="635001" cy="596900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1FC4929E-1398-24E1-332B-EFB79AC32887}"/>
              </a:ext>
            </a:extLst>
          </p:cNvPr>
          <p:cNvSpPr/>
          <p:nvPr/>
        </p:nvSpPr>
        <p:spPr>
          <a:xfrm>
            <a:off x="8959853" y="982775"/>
            <a:ext cx="1454150" cy="420461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</a:rPr>
              <a:t>ROI SET</a:t>
            </a:r>
            <a:endParaRPr lang="ko-KR" altLang="en-US" sz="1400" dirty="0">
              <a:solidFill>
                <a:schemeClr val="tx1"/>
              </a:solidFill>
            </a:endParaRPr>
          </a:p>
        </p:txBody>
      </p:sp>
      <p:pic>
        <p:nvPicPr>
          <p:cNvPr id="36" name="그림 35">
            <a:extLst>
              <a:ext uri="{FF2B5EF4-FFF2-40B4-BE49-F238E27FC236}">
                <a16:creationId xmlns:a16="http://schemas.microsoft.com/office/drawing/2014/main" id="{C5735CB6-106A-678E-D3F9-76D0381366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92914" y="2490417"/>
            <a:ext cx="4983161" cy="3783028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23A2CE93-9F3F-1EE5-56DE-BE055825987A}"/>
              </a:ext>
            </a:extLst>
          </p:cNvPr>
          <p:cNvSpPr txBox="1"/>
          <p:nvPr/>
        </p:nvSpPr>
        <p:spPr>
          <a:xfrm>
            <a:off x="7179928" y="6387584"/>
            <a:ext cx="1765300" cy="369332"/>
          </a:xfrm>
          <a:prstGeom prst="rect">
            <a:avLst/>
          </a:prstGeom>
          <a:solidFill>
            <a:srgbClr val="FFC000"/>
          </a:solidFill>
          <a:ln>
            <a:solidFill>
              <a:srgbClr val="00B0F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/>
              <a:t>STD = 3.56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0628244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C7D321C-6EB1-DA72-0265-A0A90AAF02E0}"/>
              </a:ext>
            </a:extLst>
          </p:cNvPr>
          <p:cNvSpPr txBox="1"/>
          <p:nvPr/>
        </p:nvSpPr>
        <p:spPr>
          <a:xfrm>
            <a:off x="76200" y="152400"/>
            <a:ext cx="13095515" cy="61446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just">
              <a:lnSpc>
                <a:spcPct val="170000"/>
              </a:lnSpc>
              <a:buNone/>
            </a:pPr>
            <a:r>
              <a:rPr lang="ko-KR" altLang="ko-KR" sz="1800" b="1" i="0" spc="0" dirty="0">
                <a:solidFill>
                  <a:srgbClr val="000000"/>
                </a:solidFill>
                <a:effectLst/>
                <a:latin typeface="바탕체,한컴돋움"/>
              </a:rPr>
              <a:t>제 2 장 전력반도체 음파 특성 및 기존 기술 분석·· 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·········</a:t>
            </a:r>
            <a:r>
              <a:rPr lang="ko-KR" altLang="ko-KR" sz="1800" b="1" i="0" spc="0" dirty="0">
                <a:solidFill>
                  <a:srgbClr val="000000"/>
                </a:solidFill>
                <a:effectLst/>
                <a:latin typeface="바탕체,한컴돋움"/>
              </a:rPr>
              <a:t>····· 5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함초롬바탕"/>
              </a:rPr>
              <a:t>        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제 1 절 전력반도체 음파 특성 분석·················· 5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함초롬바탕"/>
              </a:rPr>
              <a:t>        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제 2 절 기존 기술 한계 및 </a:t>
            </a:r>
            <a:r>
              <a:rPr lang="ko-KR" altLang="ko-KR" sz="1800" b="0" i="0" spc="0" dirty="0" err="1">
                <a:solidFill>
                  <a:srgbClr val="000000"/>
                </a:solidFill>
                <a:effectLst/>
                <a:latin typeface="바탕체,한컴돋움"/>
              </a:rPr>
              <a:t>B스캔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, </a:t>
            </a:r>
            <a:r>
              <a:rPr lang="ko-KR" altLang="ko-KR" sz="1800" b="0" i="0" spc="0" dirty="0" err="1">
                <a:solidFill>
                  <a:srgbClr val="000000"/>
                </a:solidFill>
                <a:effectLst/>
                <a:latin typeface="바탕체,한컴돋움"/>
              </a:rPr>
              <a:t>Inverse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 </a:t>
            </a:r>
            <a:r>
              <a:rPr lang="ko-KR" altLang="ko-KR" sz="1800" b="0" i="0" spc="0" dirty="0" err="1">
                <a:solidFill>
                  <a:srgbClr val="000000"/>
                </a:solidFill>
                <a:effectLst/>
                <a:latin typeface="바탕체,한컴돋움"/>
              </a:rPr>
              <a:t>Phase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 제안······ ··· 8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1" i="0" spc="0" dirty="0">
                <a:solidFill>
                  <a:srgbClr val="000000"/>
                </a:solidFill>
                <a:effectLst/>
                <a:latin typeface="바탕체,한컴돋움"/>
              </a:rPr>
              <a:t>제 3 장 </a:t>
            </a:r>
            <a:r>
              <a:rPr lang="ko-KR" altLang="ko-KR" sz="1800" b="1" i="0" spc="0" dirty="0" err="1">
                <a:solidFill>
                  <a:srgbClr val="000000"/>
                </a:solidFill>
                <a:effectLst/>
                <a:latin typeface="바탕체,한컴돋움"/>
              </a:rPr>
              <a:t>B스캔</a:t>
            </a:r>
            <a:r>
              <a:rPr lang="ko-KR" altLang="ko-KR" sz="1800" b="1" i="0" spc="0" dirty="0">
                <a:solidFill>
                  <a:srgbClr val="000000"/>
                </a:solidFill>
                <a:effectLst/>
                <a:latin typeface="바탕체,한컴돋움"/>
              </a:rPr>
              <a:t> 및 </a:t>
            </a:r>
            <a:r>
              <a:rPr lang="ko-KR" altLang="ko-KR" sz="1800" b="1" i="0" spc="0" dirty="0" err="1">
                <a:solidFill>
                  <a:srgbClr val="000000"/>
                </a:solidFill>
                <a:effectLst/>
                <a:latin typeface="바탕체,한컴돋움"/>
              </a:rPr>
              <a:t>Phase</a:t>
            </a:r>
            <a:r>
              <a:rPr lang="ko-KR" altLang="ko-KR" sz="1800" b="1" i="0" spc="0" dirty="0">
                <a:solidFill>
                  <a:srgbClr val="000000"/>
                </a:solidFill>
                <a:effectLst/>
                <a:latin typeface="바탕체,한컴돋움"/>
              </a:rPr>
              <a:t> </a:t>
            </a:r>
            <a:r>
              <a:rPr lang="ko-KR" altLang="ko-KR" sz="1800" b="1" i="0" spc="0" dirty="0" err="1">
                <a:solidFill>
                  <a:srgbClr val="000000"/>
                </a:solidFill>
                <a:effectLst/>
                <a:latin typeface="바탕체,한컴돋움"/>
              </a:rPr>
              <a:t>Inverse</a:t>
            </a:r>
            <a:r>
              <a:rPr lang="ko-KR" altLang="ko-KR" sz="1800" b="1" i="0" spc="0" dirty="0">
                <a:solidFill>
                  <a:srgbClr val="000000"/>
                </a:solidFill>
                <a:effectLst/>
                <a:latin typeface="바탕체,한컴돋움"/>
              </a:rPr>
              <a:t> 모델링·········· 11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함초롬바탕"/>
              </a:rPr>
              <a:t>        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제 1 절 프레임워크 개요················ 11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함초롬바탕"/>
              </a:rPr>
              <a:t>        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제 2 절 </a:t>
            </a:r>
            <a:r>
              <a:rPr lang="ko-KR" altLang="ko-KR" sz="1800" b="0" i="0" spc="0" dirty="0" err="1">
                <a:solidFill>
                  <a:srgbClr val="000000"/>
                </a:solidFill>
                <a:effectLst/>
                <a:latin typeface="바탕체,한컴돋움"/>
              </a:rPr>
              <a:t>B스캔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 원리··········· 13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함초롬바탕"/>
              </a:rPr>
              <a:t>        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제 3 절 </a:t>
            </a:r>
            <a:r>
              <a:rPr lang="ko-KR" altLang="ko-KR" sz="1800" b="0" i="0" spc="0" dirty="0" err="1">
                <a:solidFill>
                  <a:srgbClr val="000000"/>
                </a:solidFill>
                <a:effectLst/>
                <a:latin typeface="바탕체,한컴돋움"/>
              </a:rPr>
              <a:t>Inverse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 </a:t>
            </a:r>
            <a:r>
              <a:rPr lang="ko-KR" altLang="ko-KR" sz="1800" b="0" i="0" spc="0" dirty="0" err="1">
                <a:solidFill>
                  <a:srgbClr val="000000"/>
                </a:solidFill>
                <a:effectLst/>
                <a:latin typeface="바탕체,한컴돋움"/>
              </a:rPr>
              <a:t>Phase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 원리·········· 19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함초롬바탕"/>
              </a:rPr>
              <a:t>        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제 4 절 </a:t>
            </a:r>
            <a:r>
              <a:rPr lang="ko-KR" altLang="ko-KR" sz="1800" b="0" i="0" spc="0" dirty="0" err="1">
                <a:solidFill>
                  <a:srgbClr val="000000"/>
                </a:solidFill>
                <a:effectLst/>
                <a:latin typeface="바탕체,한컴돋움"/>
              </a:rPr>
              <a:t>B스캔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 및 </a:t>
            </a:r>
            <a:r>
              <a:rPr lang="ko-KR" altLang="ko-KR" sz="1800" b="0" i="0" spc="0" dirty="0" err="1">
                <a:solidFill>
                  <a:srgbClr val="000000"/>
                </a:solidFill>
                <a:effectLst/>
                <a:latin typeface="바탕체,한컴돋움"/>
              </a:rPr>
              <a:t>Inverse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 </a:t>
            </a:r>
            <a:r>
              <a:rPr lang="ko-KR" altLang="ko-KR" sz="1800" b="0" i="0" spc="0" dirty="0" err="1">
                <a:solidFill>
                  <a:srgbClr val="000000"/>
                </a:solidFill>
                <a:effectLst/>
                <a:latin typeface="바탕체,한컴돋움"/>
              </a:rPr>
              <a:t>Phase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 구성········· 22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1" i="0" spc="0" dirty="0">
                <a:solidFill>
                  <a:srgbClr val="000000"/>
                </a:solidFill>
                <a:effectLst/>
                <a:latin typeface="바탕체,한컴돋움"/>
              </a:rPr>
              <a:t>제 4 장 실험 및 고찰·················· 37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함초롬바탕"/>
              </a:rPr>
              <a:t>        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제 1 절 실험 환경 설정············ 37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함초롬바탕"/>
              </a:rPr>
              <a:t>        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제 2 절 결과 및 레이어 추정 분석··········· 41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함초롬바탕"/>
              </a:rPr>
              <a:t>        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제 3 절 최적 WD 도출··········· 41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1" i="0" spc="0" dirty="0">
                <a:solidFill>
                  <a:srgbClr val="000000"/>
                </a:solidFill>
                <a:effectLst/>
                <a:latin typeface="바탕체,한컴돋움"/>
              </a:rPr>
              <a:t>제 5 장 결 론··········· 47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</p:txBody>
      </p:sp>
    </p:spTree>
    <p:extLst>
      <p:ext uri="{BB962C8B-B14F-4D97-AF65-F5344CB8AC3E}">
        <p14:creationId xmlns:p14="http://schemas.microsoft.com/office/powerpoint/2010/main" val="159558043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>
            <a:extLst>
              <a:ext uri="{FF2B5EF4-FFF2-40B4-BE49-F238E27FC236}">
                <a16:creationId xmlns:a16="http://schemas.microsoft.com/office/drawing/2014/main" id="{03ABCE1B-6B6A-A138-FF0F-A681D2620093}"/>
              </a:ext>
            </a:extLst>
          </p:cNvPr>
          <p:cNvSpPr/>
          <p:nvPr/>
        </p:nvSpPr>
        <p:spPr>
          <a:xfrm>
            <a:off x="1284514" y="4408714"/>
            <a:ext cx="9688286" cy="155665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4" name="그림 23">
            <a:extLst>
              <a:ext uri="{FF2B5EF4-FFF2-40B4-BE49-F238E27FC236}">
                <a16:creationId xmlns:a16="http://schemas.microsoft.com/office/drawing/2014/main" id="{40096D53-7D25-3A32-9937-99B53CBC6F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95829"/>
            <a:ext cx="12192000" cy="3989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357403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2FACC8C3-7732-CBB3-7CCA-6E98895C2C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89429"/>
            <a:ext cx="12192000" cy="3989941"/>
          </a:xfrm>
          <a:prstGeom prst="rect">
            <a:avLst/>
          </a:prstGeom>
        </p:spPr>
      </p:pic>
      <p:sp>
        <p:nvSpPr>
          <p:cNvPr id="8" name="화살표: 아래쪽 7">
            <a:extLst>
              <a:ext uri="{FF2B5EF4-FFF2-40B4-BE49-F238E27FC236}">
                <a16:creationId xmlns:a16="http://schemas.microsoft.com/office/drawing/2014/main" id="{3807E5FE-4FB6-E935-9161-6FE5C1AC0AAA}"/>
              </a:ext>
            </a:extLst>
          </p:cNvPr>
          <p:cNvSpPr/>
          <p:nvPr/>
        </p:nvSpPr>
        <p:spPr>
          <a:xfrm rot="10800000">
            <a:off x="4910667" y="4106333"/>
            <a:ext cx="1591733" cy="104140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652AFAC-2315-9317-6D3B-D17542F07289}"/>
              </a:ext>
            </a:extLst>
          </p:cNvPr>
          <p:cNvSpPr txBox="1"/>
          <p:nvPr/>
        </p:nvSpPr>
        <p:spPr>
          <a:xfrm>
            <a:off x="6581018" y="4501403"/>
            <a:ext cx="7958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음파 진행</a:t>
            </a:r>
          </a:p>
        </p:txBody>
      </p:sp>
    </p:spTree>
    <p:extLst>
      <p:ext uri="{BB962C8B-B14F-4D97-AF65-F5344CB8AC3E}">
        <p14:creationId xmlns:p14="http://schemas.microsoft.com/office/powerpoint/2010/main" val="30647497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Main graphic">
            <a:extLst>
              <a:ext uri="{FF2B5EF4-FFF2-40B4-BE49-F238E27FC236}">
                <a16:creationId xmlns:a16="http://schemas.microsoft.com/office/drawing/2014/main" id="{31E6868F-AE2D-B4E2-1B22-466B83C69439}"/>
              </a:ext>
            </a:extLst>
          </p:cNvPr>
          <p:cNvPicPr/>
          <p:nvPr/>
        </p:nvPicPr>
        <p:blipFill>
          <a:blip r:embed="rId3"/>
          <a:stretch/>
        </p:blipFill>
        <p:spPr>
          <a:xfrm>
            <a:off x="291994" y="479032"/>
            <a:ext cx="5335920" cy="3809880"/>
          </a:xfrm>
          <a:prstGeom prst="rect">
            <a:avLst/>
          </a:prstGeom>
          <a:ln>
            <a:noFill/>
          </a:ln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85A70B09-DB35-90B6-3486-3D822B3DAB64}"/>
              </a:ext>
            </a:extLst>
          </p:cNvPr>
          <p:cNvSpPr txBox="1"/>
          <p:nvPr/>
        </p:nvSpPr>
        <p:spPr>
          <a:xfrm>
            <a:off x="1970314" y="4849517"/>
            <a:ext cx="92202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T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.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Reiter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, 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J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.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Schapdick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, 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M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.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Krug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, 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M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.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Muenzer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, and 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F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.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Wolter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, “ PWM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Dead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Times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in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Automotive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Traction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Inverters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using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IGBT,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SiC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MOSFET,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or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Si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/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SiC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Fusion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Switch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Power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Modules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.” </a:t>
            </a:r>
            <a:r>
              <a:rPr lang="ko-KR" altLang="ko-KR" sz="1800" b="0" i="1" dirty="0">
                <a:solidFill>
                  <a:schemeClr val="tx1"/>
                </a:solidFill>
                <a:effectLst/>
                <a:latin typeface="+mn-lt"/>
              </a:rPr>
              <a:t>IET Power Electronics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 19,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no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. 1 (2026): e70185. </a:t>
            </a:r>
            <a:r>
              <a:rPr lang="ko-KR" altLang="ko-KR" sz="1800" b="0" i="0" u="none" strike="noStrike" dirty="0">
                <a:solidFill>
                  <a:schemeClr val="tx1"/>
                </a:solidFill>
                <a:effectLst/>
                <a:latin typeface="+mn-lt"/>
                <a:hlinkClick r:id="rId4"/>
              </a:rPr>
              <a:t>https://doi.org/10.1049/pel2.70185</a:t>
            </a:r>
            <a:endParaRPr lang="ko-KR" altLang="en-US" dirty="0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D38091CA-97E9-A082-395B-2123CF23C2B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56514" y="213170"/>
            <a:ext cx="6411686" cy="29664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858144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674C3A8D-F6E4-B034-8DBF-49F5DF2EB7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9200" y="566737"/>
            <a:ext cx="9753600" cy="5724525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FA416EAB-CFB1-3C1D-A6F0-D62F72BFF3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4639" y="5263243"/>
            <a:ext cx="438150" cy="2667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C47F416-6D48-783C-8505-1A13D51A2A4D}"/>
              </a:ext>
            </a:extLst>
          </p:cNvPr>
          <p:cNvSpPr txBox="1"/>
          <p:nvPr/>
        </p:nvSpPr>
        <p:spPr>
          <a:xfrm>
            <a:off x="478971" y="6291262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dirty="0">
                <a:hlinkClick r:id="rId4"/>
              </a:rPr>
              <a:t>초음파 검사의 </a:t>
            </a:r>
            <a:r>
              <a:rPr lang="ko-KR" altLang="ko-KR" dirty="0" err="1">
                <a:hlinkClick r:id="rId4"/>
              </a:rPr>
              <a:t>A-Scan</a:t>
            </a:r>
            <a:r>
              <a:rPr lang="ko-KR" altLang="ko-KR" dirty="0">
                <a:hlinkClick r:id="rId4"/>
              </a:rPr>
              <a:t>: 판독 방법, 표시 내용 및 사용 시기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2289603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그림 31">
            <a:extLst>
              <a:ext uri="{FF2B5EF4-FFF2-40B4-BE49-F238E27FC236}">
                <a16:creationId xmlns:a16="http://schemas.microsoft.com/office/drawing/2014/main" id="{46DD3C24-C8D0-46E0-6447-76CF62CBFA1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5644" t="4718" r="16331" b="13072"/>
          <a:stretch>
            <a:fillRect/>
          </a:stretch>
        </p:blipFill>
        <p:spPr>
          <a:xfrm>
            <a:off x="1177582" y="2236969"/>
            <a:ext cx="1222168" cy="102867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CC34F1F5-C7E2-F829-CB68-ED01A157D1D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5644" t="4718" r="16331" b="13072"/>
          <a:stretch>
            <a:fillRect/>
          </a:stretch>
        </p:blipFill>
        <p:spPr>
          <a:xfrm>
            <a:off x="1025182" y="2084569"/>
            <a:ext cx="1222168" cy="102867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8150CF6D-3DA0-7FD6-7FDF-DCF9EF0B54D4}"/>
              </a:ext>
            </a:extLst>
          </p:cNvPr>
          <p:cNvSpPr/>
          <p:nvPr/>
        </p:nvSpPr>
        <p:spPr>
          <a:xfrm>
            <a:off x="786300" y="488351"/>
            <a:ext cx="10440503" cy="578563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A7E842C7-F543-1E5F-4EE6-2C573692AD99}"/>
              </a:ext>
            </a:extLst>
          </p:cNvPr>
          <p:cNvCxnSpPr>
            <a:cxnSpLocks/>
          </p:cNvCxnSpPr>
          <p:nvPr/>
        </p:nvCxnSpPr>
        <p:spPr>
          <a:xfrm>
            <a:off x="2664887" y="562190"/>
            <a:ext cx="0" cy="4320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C86FAB1D-5E95-7E9F-1974-0DD0777E5C8F}"/>
              </a:ext>
            </a:extLst>
          </p:cNvPr>
          <p:cNvSpPr txBox="1"/>
          <p:nvPr/>
        </p:nvSpPr>
        <p:spPr>
          <a:xfrm>
            <a:off x="1045087" y="567658"/>
            <a:ext cx="13546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>
                <a:latin typeface="바탕체" panose="02030609000101010101" pitchFamily="17" charset="-127"/>
                <a:ea typeface="바탕체" panose="02030609000101010101" pitchFamily="17" charset="-127"/>
              </a:rPr>
              <a:t>Input Data</a:t>
            </a:r>
            <a:endParaRPr lang="ko-KR" altLang="en-US" b="1" dirty="0"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329B4BB-E678-25A4-8B83-3F038DB0BC60}"/>
              </a:ext>
            </a:extLst>
          </p:cNvPr>
          <p:cNvSpPr txBox="1"/>
          <p:nvPr/>
        </p:nvSpPr>
        <p:spPr>
          <a:xfrm>
            <a:off x="4614337" y="567658"/>
            <a:ext cx="29633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>
                <a:latin typeface="바탕체" panose="02030609000101010101" pitchFamily="17" charset="-127"/>
                <a:ea typeface="바탕체" panose="02030609000101010101" pitchFamily="17" charset="-127"/>
              </a:rPr>
              <a:t>신호 처리 및 경로 분리</a:t>
            </a:r>
            <a:endParaRPr lang="ko-KR" altLang="en-US" b="1" dirty="0"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2728A20-5BF9-6121-E953-48ABEF1089B1}"/>
              </a:ext>
            </a:extLst>
          </p:cNvPr>
          <p:cNvSpPr txBox="1"/>
          <p:nvPr/>
        </p:nvSpPr>
        <p:spPr>
          <a:xfrm>
            <a:off x="9745137" y="567658"/>
            <a:ext cx="29633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>
                <a:latin typeface="바탕체" panose="02030609000101010101" pitchFamily="17" charset="-127"/>
                <a:ea typeface="바탕체" panose="02030609000101010101" pitchFamily="17" charset="-127"/>
              </a:rPr>
              <a:t>Output</a:t>
            </a:r>
            <a:endParaRPr lang="ko-KR" altLang="en-US" b="1" dirty="0"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pic>
        <p:nvPicPr>
          <p:cNvPr id="21" name="그림 20">
            <a:extLst>
              <a:ext uri="{FF2B5EF4-FFF2-40B4-BE49-F238E27FC236}">
                <a16:creationId xmlns:a16="http://schemas.microsoft.com/office/drawing/2014/main" id="{87C71757-B8BE-DB7D-65E5-042B9B73F95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5644" t="4718" r="16331" b="13072"/>
          <a:stretch>
            <a:fillRect/>
          </a:stretch>
        </p:blipFill>
        <p:spPr>
          <a:xfrm>
            <a:off x="872782" y="1932169"/>
            <a:ext cx="1222168" cy="102867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CBF63937-ADD6-0484-0E1A-167D49556606}"/>
              </a:ext>
            </a:extLst>
          </p:cNvPr>
          <p:cNvSpPr txBox="1"/>
          <p:nvPr/>
        </p:nvSpPr>
        <p:spPr>
          <a:xfrm>
            <a:off x="810945" y="3546230"/>
            <a:ext cx="193760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dirty="0">
                <a:latin typeface="바탕체" panose="02030609000101010101" pitchFamily="17" charset="-127"/>
                <a:ea typeface="바탕체" panose="02030609000101010101" pitchFamily="17" charset="-127"/>
              </a:rPr>
              <a:t>A-Scan 1D Data</a:t>
            </a:r>
          </a:p>
          <a:p>
            <a:r>
              <a:rPr lang="en-US" altLang="ko-KR" sz="1600" dirty="0">
                <a:latin typeface="바탕체" panose="02030609000101010101" pitchFamily="17" charset="-127"/>
                <a:ea typeface="바탕체" panose="02030609000101010101" pitchFamily="17" charset="-127"/>
              </a:rPr>
              <a:t>* Row Array</a:t>
            </a:r>
            <a:endParaRPr lang="ko-KR" altLang="en-US" sz="1600" dirty="0"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7E0E77A1-6277-B22E-E389-4100DB8D4E7A}"/>
              </a:ext>
            </a:extLst>
          </p:cNvPr>
          <p:cNvSpPr/>
          <p:nvPr/>
        </p:nvSpPr>
        <p:spPr>
          <a:xfrm>
            <a:off x="2726222" y="1146221"/>
            <a:ext cx="5144395" cy="35826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1. </a:t>
            </a:r>
            <a:r>
              <a:rPr lang="en-US" altLang="ko-KR" sz="1200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BandPass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Filter</a:t>
            </a:r>
            <a:endParaRPr lang="ko-KR" altLang="en-US" sz="1200" dirty="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A0F4C51A-0F9C-F17B-2FF6-291ADFCB1F75}"/>
              </a:ext>
            </a:extLst>
          </p:cNvPr>
          <p:cNvSpPr/>
          <p:nvPr/>
        </p:nvSpPr>
        <p:spPr>
          <a:xfrm>
            <a:off x="2726222" y="1642253"/>
            <a:ext cx="6157156" cy="35826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2. </a:t>
            </a:r>
            <a:r>
              <a:rPr lang="en-US" altLang="ko-KR" sz="1200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Alignent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&amp; ROI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잘라내기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: Align Index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기준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2D Matrix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생성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A9A2C4DE-3150-2D6A-5DD9-2B41133C1A9C}"/>
              </a:ext>
            </a:extLst>
          </p:cNvPr>
          <p:cNvSpPr/>
          <p:nvPr/>
        </p:nvSpPr>
        <p:spPr>
          <a:xfrm>
            <a:off x="2717756" y="2146136"/>
            <a:ext cx="6157156" cy="35826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3. T.G.C (Time Gain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보상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)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적용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: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깊이 감쇄에 따른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,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보상</a:t>
            </a:r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5E7AD8DB-BDB4-8F64-704C-8BAF98214E26}"/>
              </a:ext>
            </a:extLst>
          </p:cNvPr>
          <p:cNvSpPr/>
          <p:nvPr/>
        </p:nvSpPr>
        <p:spPr>
          <a:xfrm>
            <a:off x="2700822" y="2650547"/>
            <a:ext cx="6157156" cy="35826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4. Envelope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추출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: </a:t>
            </a:r>
            <a:r>
              <a:rPr lang="ko-KR" altLang="en-US" sz="1200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힐베르트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변환 기반 양의 진폭 추출</a:t>
            </a:r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9FD64C44-B9EC-4A3D-18BC-234ED395FEC0}"/>
              </a:ext>
            </a:extLst>
          </p:cNvPr>
          <p:cNvSpPr/>
          <p:nvPr/>
        </p:nvSpPr>
        <p:spPr>
          <a:xfrm>
            <a:off x="2700822" y="3154814"/>
            <a:ext cx="6157156" cy="35826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5. Log Compression :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어두운 신호를 밝게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,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밝은 신호를 조금 어둡게 </a:t>
            </a: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402960B3-0B92-B0C8-532B-CB4687E78760}"/>
              </a:ext>
            </a:extLst>
          </p:cNvPr>
          <p:cNvSpPr/>
          <p:nvPr/>
        </p:nvSpPr>
        <p:spPr>
          <a:xfrm>
            <a:off x="2700822" y="3666335"/>
            <a:ext cx="6157156" cy="449918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6. Min-Max Clipping &amp; </a:t>
            </a:r>
            <a:r>
              <a:rPr lang="en-US" altLang="ko-KR" sz="1200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Normaliziation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: </a:t>
            </a:r>
          </a:p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  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사용자 지정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[Min, Max]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범위 밖 잘라내기 후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[0, 1]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스케일링</a:t>
            </a:r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CC57B0DD-1E06-D0F7-0FD2-D7F37835D953}"/>
              </a:ext>
            </a:extLst>
          </p:cNvPr>
          <p:cNvSpPr/>
          <p:nvPr/>
        </p:nvSpPr>
        <p:spPr>
          <a:xfrm>
            <a:off x="2726222" y="4257841"/>
            <a:ext cx="6157156" cy="35826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7. 8-bit Quantization : 0-255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영상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8bit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화</a:t>
            </a:r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26D129E8-72B9-36AA-7C3D-C79DEB9E35A8}"/>
              </a:ext>
            </a:extLst>
          </p:cNvPr>
          <p:cNvSpPr/>
          <p:nvPr/>
        </p:nvSpPr>
        <p:spPr>
          <a:xfrm>
            <a:off x="2717756" y="4762254"/>
            <a:ext cx="6157156" cy="47794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3. Inverse Phase Index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추출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:  Align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Index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로부터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ROI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범위 안에서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Search. Ref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기준 파형과 정 반대 모양이 있을 경우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Return</a:t>
            </a:r>
            <a:endParaRPr lang="ko-KR" altLang="en-US" sz="1200" dirty="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4257BB24-602C-12A2-BEEC-CFD4547E49A7}"/>
              </a:ext>
            </a:extLst>
          </p:cNvPr>
          <p:cNvSpPr/>
          <p:nvPr/>
        </p:nvSpPr>
        <p:spPr>
          <a:xfrm>
            <a:off x="2700822" y="5391137"/>
            <a:ext cx="6157156" cy="47794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7. Inverse Phase Index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가 있을 경우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,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이에 해당하는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B-scan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해당 부위에 파란색을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Overlay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: Toggle Switch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로 적용 유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/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무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93A8DEA5-E57A-873D-81FD-90BE9E4607C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8632" r="14822" b="6072"/>
          <a:stretch>
            <a:fillRect/>
          </a:stretch>
        </p:blipFill>
        <p:spPr>
          <a:xfrm>
            <a:off x="9336851" y="1419828"/>
            <a:ext cx="872162" cy="3273079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38457BDC-013F-A7B4-2F69-B1D6043EAB3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8632" r="14822" b="6072"/>
          <a:stretch>
            <a:fillRect/>
          </a:stretch>
        </p:blipFill>
        <p:spPr>
          <a:xfrm>
            <a:off x="10294662" y="1419828"/>
            <a:ext cx="872162" cy="3273079"/>
          </a:xfrm>
          <a:prstGeom prst="rect">
            <a:avLst/>
          </a:prstGeom>
        </p:spPr>
      </p:pic>
      <p:sp>
        <p:nvSpPr>
          <p:cNvPr id="12" name="직사각형 11">
            <a:extLst>
              <a:ext uri="{FF2B5EF4-FFF2-40B4-BE49-F238E27FC236}">
                <a16:creationId xmlns:a16="http://schemas.microsoft.com/office/drawing/2014/main" id="{4B4063BB-B38E-AEAE-CA44-7830298D6CD3}"/>
              </a:ext>
            </a:extLst>
          </p:cNvPr>
          <p:cNvSpPr/>
          <p:nvPr/>
        </p:nvSpPr>
        <p:spPr>
          <a:xfrm>
            <a:off x="10705344" y="2871425"/>
            <a:ext cx="45719" cy="72864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376C058-4C6A-96EA-A0D1-073142C1D632}"/>
              </a:ext>
            </a:extLst>
          </p:cNvPr>
          <p:cNvSpPr txBox="1"/>
          <p:nvPr/>
        </p:nvSpPr>
        <p:spPr>
          <a:xfrm>
            <a:off x="9633300" y="4727562"/>
            <a:ext cx="193760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b="1" dirty="0">
                <a:latin typeface="바탕체" panose="02030609000101010101" pitchFamily="17" charset="-127"/>
                <a:ea typeface="바탕체" panose="02030609000101010101" pitchFamily="17" charset="-127"/>
              </a:rPr>
              <a:t>B-scan Data</a:t>
            </a:r>
          </a:p>
        </p:txBody>
      </p:sp>
      <p:graphicFrame>
        <p:nvGraphicFramePr>
          <p:cNvPr id="27" name="표 26">
            <a:extLst>
              <a:ext uri="{FF2B5EF4-FFF2-40B4-BE49-F238E27FC236}">
                <a16:creationId xmlns:a16="http://schemas.microsoft.com/office/drawing/2014/main" id="{B0538C60-8C55-6F08-5843-7E714E25D658}"/>
              </a:ext>
            </a:extLst>
          </p:cNvPr>
          <p:cNvGraphicFramePr>
            <a:graphicFrameLocks noGrp="1"/>
          </p:cNvGraphicFramePr>
          <p:nvPr/>
        </p:nvGraphicFramePr>
        <p:xfrm>
          <a:off x="9383908" y="5011188"/>
          <a:ext cx="1821508" cy="644092"/>
        </p:xfrm>
        <a:graphic>
          <a:graphicData uri="http://schemas.openxmlformats.org/drawingml/2006/table">
            <a:tbl>
              <a:tblPr firstRow="1" bandRow="1">
                <a:tableStyleId>{5FD0F851-EC5A-4D38-B0AD-8093EC10F338}</a:tableStyleId>
              </a:tblPr>
              <a:tblGrid>
                <a:gridCol w="910754">
                  <a:extLst>
                    <a:ext uri="{9D8B030D-6E8A-4147-A177-3AD203B41FA5}">
                      <a16:colId xmlns:a16="http://schemas.microsoft.com/office/drawing/2014/main" val="3111505578"/>
                    </a:ext>
                  </a:extLst>
                </a:gridCol>
                <a:gridCol w="910754">
                  <a:extLst>
                    <a:ext uri="{9D8B030D-6E8A-4147-A177-3AD203B41FA5}">
                      <a16:colId xmlns:a16="http://schemas.microsoft.com/office/drawing/2014/main" val="1898531984"/>
                    </a:ext>
                  </a:extLst>
                </a:gridCol>
              </a:tblGrid>
              <a:tr h="32204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Inverse Phase</a:t>
                      </a:r>
                      <a:endParaRPr lang="ko-KR" altLang="en-US" sz="14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31095302"/>
                  </a:ext>
                </a:extLst>
              </a:tr>
              <a:tr h="32204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Off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On</a:t>
                      </a:r>
                      <a:endParaRPr lang="ko-KR" alt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29094202"/>
                  </a:ext>
                </a:extLst>
              </a:tr>
            </a:tbl>
          </a:graphicData>
        </a:graphic>
      </p:graphicFrame>
      <p:cxnSp>
        <p:nvCxnSpPr>
          <p:cNvPr id="35" name="직선 연결선 34">
            <a:extLst>
              <a:ext uri="{FF2B5EF4-FFF2-40B4-BE49-F238E27FC236}">
                <a16:creationId xmlns:a16="http://schemas.microsoft.com/office/drawing/2014/main" id="{3E897584-6E12-C026-C55D-A5197569CDC5}"/>
              </a:ext>
            </a:extLst>
          </p:cNvPr>
          <p:cNvCxnSpPr>
            <a:cxnSpLocks/>
          </p:cNvCxnSpPr>
          <p:nvPr/>
        </p:nvCxnSpPr>
        <p:spPr>
          <a:xfrm>
            <a:off x="9163659" y="562190"/>
            <a:ext cx="0" cy="4320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F9E41950-F39C-5C1B-038D-B9107770FD1C}"/>
              </a:ext>
            </a:extLst>
          </p:cNvPr>
          <p:cNvSpPr txBox="1"/>
          <p:nvPr/>
        </p:nvSpPr>
        <p:spPr>
          <a:xfrm>
            <a:off x="2748547" y="6105676"/>
            <a:ext cx="63518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ctr">
              <a:lnSpc>
                <a:spcPct val="100000"/>
              </a:lnSpc>
              <a:buNone/>
            </a:pPr>
            <a:r>
              <a:rPr lang="ko-KR" altLang="ko-KR" sz="1800" b="0" i="0" spc="0" dirty="0">
                <a:solidFill>
                  <a:schemeClr val="tx1"/>
                </a:solidFill>
                <a:effectLst/>
                <a:latin typeface="바탕체" panose="02030609000101010101" pitchFamily="17" charset="-127"/>
                <a:ea typeface="바탕체" panose="02030609000101010101" pitchFamily="17" charset="-127"/>
              </a:rPr>
              <a:t>그림 </a:t>
            </a:r>
            <a:r>
              <a:rPr lang="en-US" altLang="ko-KR" sz="1800" b="0" i="0" spc="0" dirty="0">
                <a:solidFill>
                  <a:schemeClr val="tx1"/>
                </a:solidFill>
                <a:effectLst/>
                <a:latin typeface="바탕체" panose="02030609000101010101" pitchFamily="17" charset="-127"/>
                <a:ea typeface="바탕체" panose="02030609000101010101" pitchFamily="17" charset="-127"/>
              </a:rPr>
              <a:t>3</a:t>
            </a:r>
            <a:r>
              <a:rPr lang="ko-KR" altLang="ko-KR" sz="1800" b="0" i="0" spc="0" dirty="0">
                <a:solidFill>
                  <a:schemeClr val="tx1"/>
                </a:solidFill>
                <a:effectLst/>
                <a:latin typeface="바탕체" panose="02030609000101010101" pitchFamily="17" charset="-127"/>
                <a:ea typeface="바탕체" panose="02030609000101010101" pitchFamily="17" charset="-127"/>
              </a:rPr>
              <a:t>. </a:t>
            </a:r>
            <a:r>
              <a:rPr lang="ko-KR" altLang="en-US" sz="1800" b="0" i="0" spc="0" dirty="0">
                <a:solidFill>
                  <a:schemeClr val="tx1"/>
                </a:solidFill>
                <a:effectLst/>
                <a:latin typeface="바탕체" panose="02030609000101010101" pitchFamily="17" charset="-127"/>
                <a:ea typeface="바탕체" panose="02030609000101010101" pitchFamily="17" charset="-127"/>
              </a:rPr>
              <a:t>전체 프레임 워크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8316843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D10FC5A8-349F-7F14-4E15-D786D98F0BBC}"/>
              </a:ext>
            </a:extLst>
          </p:cNvPr>
          <p:cNvSpPr/>
          <p:nvPr/>
        </p:nvSpPr>
        <p:spPr>
          <a:xfrm>
            <a:off x="108488" y="356460"/>
            <a:ext cx="11887200" cy="105388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Phase Inverse </a:t>
            </a:r>
            <a:r>
              <a:rPr lang="ko-KR" altLang="en-US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과검</a:t>
            </a:r>
            <a:r>
              <a:rPr lang="ko-KR" altLang="en-US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제어 </a:t>
            </a:r>
            <a:r>
              <a:rPr lang="en-US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: </a:t>
            </a:r>
            <a:r>
              <a:rPr lang="ko-KR" altLang="en-US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복합 필터링 </a:t>
            </a:r>
            <a:r>
              <a:rPr lang="ko-KR" altLang="en-US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매커니즘</a:t>
            </a:r>
            <a:endParaRPr lang="ko-KR" altLang="en-US" dirty="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C663435-24C2-6B32-9C3B-E81D7F0176C8}"/>
              </a:ext>
            </a:extLst>
          </p:cNvPr>
          <p:cNvSpPr/>
          <p:nvPr/>
        </p:nvSpPr>
        <p:spPr>
          <a:xfrm>
            <a:off x="108488" y="1704812"/>
            <a:ext cx="11887200" cy="493767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48E8F3A4-AF6B-F7E4-7B93-8DB2A8B1166E}"/>
              </a:ext>
            </a:extLst>
          </p:cNvPr>
          <p:cNvSpPr/>
          <p:nvPr/>
        </p:nvSpPr>
        <p:spPr>
          <a:xfrm>
            <a:off x="457198" y="1921788"/>
            <a:ext cx="6261315" cy="60443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[원시 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A-Scan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신호] </a:t>
            </a:r>
            <a:r>
              <a:rPr lang="ko-KR" altLang="en-US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를</a:t>
            </a:r>
            <a:r>
              <a:rPr lang="en-US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</a:t>
            </a:r>
            <a:r>
              <a:rPr lang="ko-KR" altLang="en-US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상관계수 연산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CC288EFB-AF18-D85C-814C-7BF7FFE91A53}"/>
              </a:ext>
            </a:extLst>
          </p:cNvPr>
          <p:cNvSpPr/>
          <p:nvPr/>
        </p:nvSpPr>
        <p:spPr>
          <a:xfrm>
            <a:off x="457198" y="2916263"/>
            <a:ext cx="11244022" cy="60443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[1단계] 상관계수 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임계값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검증 (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r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[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k_inv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] ≤ 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r_th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) ───(불만족)───► [정상/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비결함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처리]</a:t>
            </a:r>
            <a:endParaRPr lang="ko-KR" altLang="en-US" dirty="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829F3993-6B61-F3BF-86A8-73615CB149CF}"/>
              </a:ext>
            </a:extLst>
          </p:cNvPr>
          <p:cNvSpPr/>
          <p:nvPr/>
        </p:nvSpPr>
        <p:spPr>
          <a:xfrm>
            <a:off x="457197" y="3908154"/>
            <a:ext cx="11244022" cy="60443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[2단계] 절대 진폭 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임계값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검증 (|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s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[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k_inv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]| ≥ 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A_th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) ──(불만족)───► [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과검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차단 (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Noise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)]</a:t>
            </a:r>
            <a:endParaRPr lang="ko-KR" altLang="en-US" dirty="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04A43A3F-88BA-016D-6F1F-1564108183F7}"/>
              </a:ext>
            </a:extLst>
          </p:cNvPr>
          <p:cNvSpPr/>
          <p:nvPr/>
        </p:nvSpPr>
        <p:spPr>
          <a:xfrm>
            <a:off x="457197" y="4897461"/>
            <a:ext cx="11244022" cy="60443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[3단계] 공간 ROI 경계 검증 (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n_start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≤ 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k_inv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≤ 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n_end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) ─(불만족)──► [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과검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차단 (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Boundary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)]</a:t>
            </a:r>
            <a:endParaRPr lang="ko-KR" altLang="en-US" dirty="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67B11A30-10CF-80B1-454E-6E77F513D950}"/>
              </a:ext>
            </a:extLst>
          </p:cNvPr>
          <p:cNvSpPr/>
          <p:nvPr/>
        </p:nvSpPr>
        <p:spPr>
          <a:xfrm>
            <a:off x="457196" y="5855772"/>
            <a:ext cx="6261315" cy="60443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[최종 결함 판정 (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k_inv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확정 및 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Overlay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표시)]</a:t>
            </a:r>
            <a:endParaRPr lang="ko-KR" altLang="en-US" dirty="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CF030184-E2DF-0C43-1B4B-8386E9F0B139}"/>
              </a:ext>
            </a:extLst>
          </p:cNvPr>
          <p:cNvCxnSpPr/>
          <p:nvPr/>
        </p:nvCxnSpPr>
        <p:spPr>
          <a:xfrm>
            <a:off x="1906292" y="2557219"/>
            <a:ext cx="0" cy="3590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직선 화살표 연결선 25">
            <a:extLst>
              <a:ext uri="{FF2B5EF4-FFF2-40B4-BE49-F238E27FC236}">
                <a16:creationId xmlns:a16="http://schemas.microsoft.com/office/drawing/2014/main" id="{0E3BA0D9-4D3D-9C89-F978-988CE43AB022}"/>
              </a:ext>
            </a:extLst>
          </p:cNvPr>
          <p:cNvCxnSpPr/>
          <p:nvPr/>
        </p:nvCxnSpPr>
        <p:spPr>
          <a:xfrm>
            <a:off x="1906292" y="3520698"/>
            <a:ext cx="0" cy="3590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직선 화살표 연결선 26">
            <a:extLst>
              <a:ext uri="{FF2B5EF4-FFF2-40B4-BE49-F238E27FC236}">
                <a16:creationId xmlns:a16="http://schemas.microsoft.com/office/drawing/2014/main" id="{2345C715-F26B-3E88-62F4-B1B19FB6BB26}"/>
              </a:ext>
            </a:extLst>
          </p:cNvPr>
          <p:cNvCxnSpPr/>
          <p:nvPr/>
        </p:nvCxnSpPr>
        <p:spPr>
          <a:xfrm>
            <a:off x="1934706" y="4553915"/>
            <a:ext cx="0" cy="3590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0AE2A058-01C4-C026-21CA-1477E7DFD0B8}"/>
              </a:ext>
            </a:extLst>
          </p:cNvPr>
          <p:cNvCxnSpPr/>
          <p:nvPr/>
        </p:nvCxnSpPr>
        <p:spPr>
          <a:xfrm>
            <a:off x="1906292" y="5496725"/>
            <a:ext cx="0" cy="3590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DF5DF7A9-59D7-3E4A-AC21-EE790EEB628A}"/>
              </a:ext>
            </a:extLst>
          </p:cNvPr>
          <p:cNvSpPr txBox="1"/>
          <p:nvPr/>
        </p:nvSpPr>
        <p:spPr>
          <a:xfrm>
            <a:off x="1934706" y="2526223"/>
            <a:ext cx="10719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>
                <a:latin typeface="바탕체" panose="02030609000101010101" pitchFamily="17" charset="-127"/>
                <a:ea typeface="바탕체" panose="02030609000101010101" pitchFamily="17" charset="-127"/>
              </a:rPr>
              <a:t>만족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FA2186A-061B-5241-5673-54D19B727841}"/>
              </a:ext>
            </a:extLst>
          </p:cNvPr>
          <p:cNvSpPr txBox="1"/>
          <p:nvPr/>
        </p:nvSpPr>
        <p:spPr>
          <a:xfrm>
            <a:off x="1934706" y="3499990"/>
            <a:ext cx="10719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바탕체" panose="02030609000101010101" pitchFamily="17" charset="-127"/>
                <a:ea typeface="바탕체" panose="02030609000101010101" pitchFamily="17" charset="-127"/>
              </a:rPr>
              <a:t>만족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260E021-CCD3-129D-8906-92DE6A3608FD}"/>
              </a:ext>
            </a:extLst>
          </p:cNvPr>
          <p:cNvSpPr txBox="1"/>
          <p:nvPr/>
        </p:nvSpPr>
        <p:spPr>
          <a:xfrm>
            <a:off x="1934706" y="4503569"/>
            <a:ext cx="10719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바탕체" panose="02030609000101010101" pitchFamily="17" charset="-127"/>
                <a:ea typeface="바탕체" panose="02030609000101010101" pitchFamily="17" charset="-127"/>
              </a:rPr>
              <a:t>만족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C1F5196-7A53-4CFE-A3CD-904FA82833E9}"/>
              </a:ext>
            </a:extLst>
          </p:cNvPr>
          <p:cNvSpPr txBox="1"/>
          <p:nvPr/>
        </p:nvSpPr>
        <p:spPr>
          <a:xfrm>
            <a:off x="1934706" y="5468316"/>
            <a:ext cx="10719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바탕체" panose="02030609000101010101" pitchFamily="17" charset="-127"/>
                <a:ea typeface="바탕체" panose="02030609000101010101" pitchFamily="17" charset="-127"/>
              </a:rPr>
              <a:t>만족</a:t>
            </a:r>
          </a:p>
        </p:txBody>
      </p:sp>
    </p:spTree>
    <p:extLst>
      <p:ext uri="{BB962C8B-B14F-4D97-AF65-F5344CB8AC3E}">
        <p14:creationId xmlns:p14="http://schemas.microsoft.com/office/powerpoint/2010/main" val="90216829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A8DB5243-2A9A-ECB4-1226-0AE1721E21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22250"/>
            <a:ext cx="12192000" cy="6413500"/>
          </a:xfrm>
          <a:prstGeom prst="rect">
            <a:avLst/>
          </a:prstGeom>
        </p:spPr>
      </p:pic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964FD839-F092-A26A-AD31-7D9463E776C7}"/>
              </a:ext>
            </a:extLst>
          </p:cNvPr>
          <p:cNvCxnSpPr/>
          <p:nvPr/>
        </p:nvCxnSpPr>
        <p:spPr>
          <a:xfrm>
            <a:off x="7968343" y="631371"/>
            <a:ext cx="0" cy="642258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그림 8">
            <a:extLst>
              <a:ext uri="{FF2B5EF4-FFF2-40B4-BE49-F238E27FC236}">
                <a16:creationId xmlns:a16="http://schemas.microsoft.com/office/drawing/2014/main" id="{41E3A63C-3843-6DDA-3BF4-3B07FBC3053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5893" t="6209" r="35893" b="83777"/>
          <a:stretch>
            <a:fillRect/>
          </a:stretch>
        </p:blipFill>
        <p:spPr>
          <a:xfrm>
            <a:off x="9318173" y="631371"/>
            <a:ext cx="1001485" cy="642258"/>
          </a:xfrm>
          <a:prstGeom prst="rect">
            <a:avLst/>
          </a:prstGeo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5B949753-04B8-CDC0-F51A-681F4A1E1A51}"/>
              </a:ext>
            </a:extLst>
          </p:cNvPr>
          <p:cNvSpPr/>
          <p:nvPr/>
        </p:nvSpPr>
        <p:spPr>
          <a:xfrm>
            <a:off x="7968343" y="881744"/>
            <a:ext cx="1240969" cy="2286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Phase Inverse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A302BAA3-E586-64AC-B13A-A81C0DF01405}"/>
              </a:ext>
            </a:extLst>
          </p:cNvPr>
          <p:cNvSpPr/>
          <p:nvPr/>
        </p:nvSpPr>
        <p:spPr>
          <a:xfrm>
            <a:off x="9492340" y="756558"/>
            <a:ext cx="1240969" cy="2286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</a:rPr>
              <a:t>Blue Apply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FB9238E5-2E4A-7120-95C0-7BAE0269CB65}"/>
              </a:ext>
            </a:extLst>
          </p:cNvPr>
          <p:cNvSpPr/>
          <p:nvPr/>
        </p:nvSpPr>
        <p:spPr>
          <a:xfrm>
            <a:off x="9514108" y="1015093"/>
            <a:ext cx="1240969" cy="2286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</a:rPr>
              <a:t>No Apply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1839057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0DF6755B-C4FE-F5F8-C381-31E65A8A9E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37" y="4762"/>
            <a:ext cx="12125325" cy="6848475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7467EF61-7BA2-5D07-0535-A1C756D0C0F0}"/>
              </a:ext>
            </a:extLst>
          </p:cNvPr>
          <p:cNvSpPr/>
          <p:nvPr/>
        </p:nvSpPr>
        <p:spPr>
          <a:xfrm>
            <a:off x="6096000" y="4607859"/>
            <a:ext cx="6062662" cy="47512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화살표: 아래쪽 6">
            <a:extLst>
              <a:ext uri="{FF2B5EF4-FFF2-40B4-BE49-F238E27FC236}">
                <a16:creationId xmlns:a16="http://schemas.microsoft.com/office/drawing/2014/main" id="{C7A68C4A-B433-B1C3-8F90-B309B7726C7B}"/>
              </a:ext>
            </a:extLst>
          </p:cNvPr>
          <p:cNvSpPr/>
          <p:nvPr/>
        </p:nvSpPr>
        <p:spPr>
          <a:xfrm>
            <a:off x="2743200" y="5405718"/>
            <a:ext cx="421341" cy="215153"/>
          </a:xfrm>
          <a:prstGeom prst="down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6418387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D9DBC31B-5375-2FE7-81DD-7B99DF899D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1258" y="704290"/>
            <a:ext cx="7562850" cy="5162550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155235994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그룹 9">
            <a:extLst>
              <a:ext uri="{FF2B5EF4-FFF2-40B4-BE49-F238E27FC236}">
                <a16:creationId xmlns:a16="http://schemas.microsoft.com/office/drawing/2014/main" id="{6344EA7A-2786-0BEA-222E-BB0AED3D358B}"/>
              </a:ext>
            </a:extLst>
          </p:cNvPr>
          <p:cNvGrpSpPr/>
          <p:nvPr/>
        </p:nvGrpSpPr>
        <p:grpSpPr>
          <a:xfrm>
            <a:off x="87957" y="600237"/>
            <a:ext cx="4407843" cy="411481"/>
            <a:chOff x="349214" y="752637"/>
            <a:chExt cx="4407843" cy="411481"/>
          </a:xfrm>
        </p:grpSpPr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71178F32-5787-F7BA-6363-26C108D8AC7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25222" t="7560" r="62568" b="88435"/>
            <a:stretch>
              <a:fillRect/>
            </a:stretch>
          </p:blipFill>
          <p:spPr>
            <a:xfrm>
              <a:off x="3276600" y="832104"/>
              <a:ext cx="1480457" cy="274321"/>
            </a:xfrm>
            <a:prstGeom prst="rect">
              <a:avLst/>
            </a:prstGeom>
          </p:spPr>
        </p:pic>
        <p:pic>
          <p:nvPicPr>
            <p:cNvPr id="19" name="그림 18">
              <a:extLst>
                <a:ext uri="{FF2B5EF4-FFF2-40B4-BE49-F238E27FC236}">
                  <a16:creationId xmlns:a16="http://schemas.microsoft.com/office/drawing/2014/main" id="{D6E9552A-CED8-A78C-B90E-CA136D07E64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2678" t="7577" b="86038"/>
            <a:stretch>
              <a:fillRect/>
            </a:stretch>
          </p:blipFill>
          <p:spPr>
            <a:xfrm>
              <a:off x="1198300" y="752637"/>
              <a:ext cx="2111828" cy="411481"/>
            </a:xfrm>
            <a:prstGeom prst="rect">
              <a:avLst/>
            </a:prstGeom>
          </p:spPr>
        </p:pic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855480C3-FAD3-3DFC-DC20-E1E9A39581E6}"/>
                </a:ext>
              </a:extLst>
            </p:cNvPr>
            <p:cNvSpPr/>
            <p:nvPr/>
          </p:nvSpPr>
          <p:spPr>
            <a:xfrm>
              <a:off x="2499359" y="779198"/>
              <a:ext cx="1480457" cy="27432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Row Index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4560064D-0087-5EAF-50DA-74D4BB9E3646}"/>
                </a:ext>
              </a:extLst>
            </p:cNvPr>
            <p:cNvSpPr/>
            <p:nvPr/>
          </p:nvSpPr>
          <p:spPr>
            <a:xfrm>
              <a:off x="349214" y="812291"/>
              <a:ext cx="1857974" cy="27432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Open csv files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1" name="그룹 10">
            <a:extLst>
              <a:ext uri="{FF2B5EF4-FFF2-40B4-BE49-F238E27FC236}">
                <a16:creationId xmlns:a16="http://schemas.microsoft.com/office/drawing/2014/main" id="{08A99767-63AE-C443-30C5-B16C64D0F866}"/>
              </a:ext>
            </a:extLst>
          </p:cNvPr>
          <p:cNvGrpSpPr/>
          <p:nvPr/>
        </p:nvGrpSpPr>
        <p:grpSpPr>
          <a:xfrm>
            <a:off x="43543" y="358966"/>
            <a:ext cx="12192000" cy="6444867"/>
            <a:chOff x="152400" y="358966"/>
            <a:chExt cx="12192000" cy="6444867"/>
          </a:xfrm>
        </p:grpSpPr>
        <p:pic>
          <p:nvPicPr>
            <p:cNvPr id="12" name="그림 11">
              <a:extLst>
                <a:ext uri="{FF2B5EF4-FFF2-40B4-BE49-F238E27FC236}">
                  <a16:creationId xmlns:a16="http://schemas.microsoft.com/office/drawing/2014/main" id="{945A9D30-440C-3415-E3AC-83BDB58EB74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52400" y="358966"/>
              <a:ext cx="12192000" cy="6444867"/>
            </a:xfrm>
            <a:prstGeom prst="rect">
              <a:avLst/>
            </a:prstGeom>
          </p:spPr>
        </p:pic>
        <p:pic>
          <p:nvPicPr>
            <p:cNvPr id="13" name="그림 12">
              <a:extLst>
                <a:ext uri="{FF2B5EF4-FFF2-40B4-BE49-F238E27FC236}">
                  <a16:creationId xmlns:a16="http://schemas.microsoft.com/office/drawing/2014/main" id="{E0ADB72E-5DA0-1B7F-D404-0FE739EE06D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25222" t="7560" r="62568" b="88435"/>
            <a:stretch>
              <a:fillRect/>
            </a:stretch>
          </p:blipFill>
          <p:spPr>
            <a:xfrm>
              <a:off x="3276600" y="832104"/>
              <a:ext cx="1480457" cy="274321"/>
            </a:xfrm>
            <a:prstGeom prst="rect">
              <a:avLst/>
            </a:prstGeom>
          </p:spPr>
        </p:pic>
        <p:pic>
          <p:nvPicPr>
            <p:cNvPr id="14" name="그림 13">
              <a:extLst>
                <a:ext uri="{FF2B5EF4-FFF2-40B4-BE49-F238E27FC236}">
                  <a16:creationId xmlns:a16="http://schemas.microsoft.com/office/drawing/2014/main" id="{047118BB-AA42-02E9-C5DB-1B5AD902CA6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2678" t="7577" b="86038"/>
            <a:stretch>
              <a:fillRect/>
            </a:stretch>
          </p:blipFill>
          <p:spPr>
            <a:xfrm>
              <a:off x="1198300" y="752637"/>
              <a:ext cx="2111828" cy="411481"/>
            </a:xfrm>
            <a:prstGeom prst="rect">
              <a:avLst/>
            </a:prstGeom>
          </p:spPr>
        </p:pic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52B66FC8-FBA8-4B8C-9F4B-D0B214989749}"/>
                </a:ext>
              </a:extLst>
            </p:cNvPr>
            <p:cNvSpPr/>
            <p:nvPr/>
          </p:nvSpPr>
          <p:spPr>
            <a:xfrm>
              <a:off x="2499359" y="779198"/>
              <a:ext cx="1480457" cy="27432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Row Index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B8EF9CFA-548F-253E-5681-8B3BCEF06AB4}"/>
                </a:ext>
              </a:extLst>
            </p:cNvPr>
            <p:cNvSpPr/>
            <p:nvPr/>
          </p:nvSpPr>
          <p:spPr>
            <a:xfrm>
              <a:off x="349214" y="812291"/>
              <a:ext cx="1857974" cy="27432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Open csv files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</p:grpSp>
      <p:pic>
        <p:nvPicPr>
          <p:cNvPr id="18" name="그림 17">
            <a:extLst>
              <a:ext uri="{FF2B5EF4-FFF2-40B4-BE49-F238E27FC236}">
                <a16:creationId xmlns:a16="http://schemas.microsoft.com/office/drawing/2014/main" id="{0C3E7912-7F80-E8C2-A55F-29E4713A12A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5795" t="11487" r="36982" b="84668"/>
          <a:stretch>
            <a:fillRect/>
          </a:stretch>
        </p:blipFill>
        <p:spPr>
          <a:xfrm>
            <a:off x="8990731" y="880056"/>
            <a:ext cx="875828" cy="263324"/>
          </a:xfrm>
          <a:prstGeom prst="rect">
            <a:avLst/>
          </a:prstGeom>
        </p:spPr>
      </p:pic>
      <p:sp>
        <p:nvSpPr>
          <p:cNvPr id="21" name="직사각형 20">
            <a:extLst>
              <a:ext uri="{FF2B5EF4-FFF2-40B4-BE49-F238E27FC236}">
                <a16:creationId xmlns:a16="http://schemas.microsoft.com/office/drawing/2014/main" id="{2991DDBD-1666-074D-39E3-910441FBD35C}"/>
              </a:ext>
            </a:extLst>
          </p:cNvPr>
          <p:cNvSpPr/>
          <p:nvPr/>
        </p:nvSpPr>
        <p:spPr>
          <a:xfrm>
            <a:off x="7870371" y="1164118"/>
            <a:ext cx="1996188" cy="26332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3" name="그림 22">
            <a:extLst>
              <a:ext uri="{FF2B5EF4-FFF2-40B4-BE49-F238E27FC236}">
                <a16:creationId xmlns:a16="http://schemas.microsoft.com/office/drawing/2014/main" id="{EE49CD0A-07BB-BEEF-1B19-9F26C293E43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26979" y="891975"/>
            <a:ext cx="171450" cy="238125"/>
          </a:xfrm>
          <a:prstGeom prst="rect">
            <a:avLst/>
          </a:prstGeom>
        </p:spPr>
      </p:pic>
      <p:sp>
        <p:nvSpPr>
          <p:cNvPr id="25" name="직사각형 24">
            <a:extLst>
              <a:ext uri="{FF2B5EF4-FFF2-40B4-BE49-F238E27FC236}">
                <a16:creationId xmlns:a16="http://schemas.microsoft.com/office/drawing/2014/main" id="{D0803FEF-C4D5-560A-1F61-1954B118F970}"/>
              </a:ext>
            </a:extLst>
          </p:cNvPr>
          <p:cNvSpPr/>
          <p:nvPr/>
        </p:nvSpPr>
        <p:spPr>
          <a:xfrm>
            <a:off x="6994543" y="989618"/>
            <a:ext cx="893248" cy="26332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7" name="그림 26">
            <a:extLst>
              <a:ext uri="{FF2B5EF4-FFF2-40B4-BE49-F238E27FC236}">
                <a16:creationId xmlns:a16="http://schemas.microsoft.com/office/drawing/2014/main" id="{8022DA94-EA23-699E-23C8-806B5BBCD12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45879" y="872924"/>
            <a:ext cx="790575" cy="276225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879C866F-B9A3-6CD1-13A7-C4C1E309ADB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99871" y="787905"/>
            <a:ext cx="1771650" cy="666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352072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737157-FF75-A967-E3CF-D805186402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E00CBD3C-349B-C3C1-D82B-E6B909F186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32079"/>
            <a:ext cx="12192000" cy="6193842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AA27E148-A0F4-E841-642C-C2382065D6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32079"/>
            <a:ext cx="12192000" cy="6193842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8FC66FE3-CEFF-340B-4066-01029CD7C5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51175" y="629210"/>
            <a:ext cx="1781175" cy="238125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A67ECFE9-EB7B-82CF-241B-FBA1901C4DC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26773" y="629210"/>
            <a:ext cx="3848100" cy="276225"/>
          </a:xfrm>
          <a:prstGeom prst="rect">
            <a:avLst/>
          </a:prstGeom>
        </p:spPr>
      </p:pic>
      <p:sp>
        <p:nvSpPr>
          <p:cNvPr id="24" name="직사각형 23">
            <a:extLst>
              <a:ext uri="{FF2B5EF4-FFF2-40B4-BE49-F238E27FC236}">
                <a16:creationId xmlns:a16="http://schemas.microsoft.com/office/drawing/2014/main" id="{CB87D0F1-492D-A672-89CC-AD0888613070}"/>
              </a:ext>
            </a:extLst>
          </p:cNvPr>
          <p:cNvSpPr/>
          <p:nvPr/>
        </p:nvSpPr>
        <p:spPr>
          <a:xfrm>
            <a:off x="4790094" y="621925"/>
            <a:ext cx="1270045" cy="23812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b="1" dirty="0" err="1">
                <a:solidFill>
                  <a:schemeClr val="tx1"/>
                </a:solidFill>
              </a:rPr>
              <a:t>BandPass</a:t>
            </a:r>
            <a:endParaRPr lang="ko-KR" altLang="en-US" sz="1400" b="1" dirty="0">
              <a:solidFill>
                <a:schemeClr val="tx1"/>
              </a:solidFill>
            </a:endParaRPr>
          </a:p>
        </p:txBody>
      </p:sp>
      <p:pic>
        <p:nvPicPr>
          <p:cNvPr id="28" name="그림 27">
            <a:extLst>
              <a:ext uri="{FF2B5EF4-FFF2-40B4-BE49-F238E27FC236}">
                <a16:creationId xmlns:a16="http://schemas.microsoft.com/office/drawing/2014/main" id="{14105B52-91B8-18E9-9E4E-FD8CBDEB6B2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60724" y="676834"/>
            <a:ext cx="942975" cy="180975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203CC03A-25FD-7C1C-202C-47DB5A006464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1931" b="16667"/>
          <a:stretch>
            <a:fillRect/>
          </a:stretch>
        </p:blipFill>
        <p:spPr>
          <a:xfrm>
            <a:off x="2703699" y="557771"/>
            <a:ext cx="2176462" cy="238125"/>
          </a:xfrm>
          <a:prstGeom prst="rect">
            <a:avLst/>
          </a:prstGeom>
        </p:spPr>
      </p:pic>
      <p:sp>
        <p:nvSpPr>
          <p:cNvPr id="32" name="직사각형 31">
            <a:extLst>
              <a:ext uri="{FF2B5EF4-FFF2-40B4-BE49-F238E27FC236}">
                <a16:creationId xmlns:a16="http://schemas.microsoft.com/office/drawing/2014/main" id="{DF652B8D-2669-A734-645E-DD6398A48717}"/>
              </a:ext>
            </a:extLst>
          </p:cNvPr>
          <p:cNvSpPr/>
          <p:nvPr/>
        </p:nvSpPr>
        <p:spPr>
          <a:xfrm>
            <a:off x="680058" y="631450"/>
            <a:ext cx="2050536" cy="23812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9905DD60-7A78-3462-DF31-96CAE8B2771C}"/>
              </a:ext>
            </a:extLst>
          </p:cNvPr>
          <p:cNvSpPr/>
          <p:nvPr/>
        </p:nvSpPr>
        <p:spPr>
          <a:xfrm>
            <a:off x="117732" y="824191"/>
            <a:ext cx="2499962" cy="23812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7A10B9E3-3169-17DC-840C-958B559DCBF1}"/>
              </a:ext>
            </a:extLst>
          </p:cNvPr>
          <p:cNvSpPr/>
          <p:nvPr/>
        </p:nvSpPr>
        <p:spPr>
          <a:xfrm>
            <a:off x="1101400" y="819709"/>
            <a:ext cx="2050536" cy="23812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7B80CE8E-FA36-C631-AE2E-9D42DD8D761A}"/>
              </a:ext>
            </a:extLst>
          </p:cNvPr>
          <p:cNvSpPr/>
          <p:nvPr/>
        </p:nvSpPr>
        <p:spPr>
          <a:xfrm>
            <a:off x="2921236" y="828672"/>
            <a:ext cx="2050536" cy="23812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15C8E49-0EF6-BF05-F8F9-7062171677AD}"/>
              </a:ext>
            </a:extLst>
          </p:cNvPr>
          <p:cNvSpPr txBox="1"/>
          <p:nvPr/>
        </p:nvSpPr>
        <p:spPr>
          <a:xfrm>
            <a:off x="773032" y="565436"/>
            <a:ext cx="195549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schemeClr val="accent3">
                    <a:lumMod val="40000"/>
                    <a:lumOff val="60000"/>
                  </a:schemeClr>
                </a:solidFill>
              </a:rPr>
              <a:t>10 Rows*310 Cols</a:t>
            </a:r>
            <a:endParaRPr lang="ko-KR" altLang="en-US" sz="1400" dirty="0">
              <a:solidFill>
                <a:schemeClr val="accent3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280246B-E0A3-8537-DA46-D2BB627F11C3}"/>
              </a:ext>
            </a:extLst>
          </p:cNvPr>
          <p:cNvSpPr txBox="1"/>
          <p:nvPr/>
        </p:nvSpPr>
        <p:spPr>
          <a:xfrm>
            <a:off x="2632367" y="789364"/>
            <a:ext cx="195549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schemeClr val="accent3">
                    <a:lumMod val="40000"/>
                    <a:lumOff val="60000"/>
                  </a:schemeClr>
                </a:solidFill>
              </a:rPr>
              <a:t>113.Csv Load</a:t>
            </a:r>
            <a:endParaRPr lang="ko-KR" altLang="en-US" sz="1400" dirty="0">
              <a:solidFill>
                <a:schemeClr val="accent3">
                  <a:lumMod val="40000"/>
                  <a:lumOff val="60000"/>
                </a:schemeClr>
              </a:solidFill>
            </a:endParaRPr>
          </a:p>
        </p:txBody>
      </p:sp>
      <p:cxnSp>
        <p:nvCxnSpPr>
          <p:cNvPr id="39" name="직선 연결선 38">
            <a:extLst>
              <a:ext uri="{FF2B5EF4-FFF2-40B4-BE49-F238E27FC236}">
                <a16:creationId xmlns:a16="http://schemas.microsoft.com/office/drawing/2014/main" id="{4D38F9D9-05DC-0810-F694-04B3348C30D8}"/>
              </a:ext>
            </a:extLst>
          </p:cNvPr>
          <p:cNvCxnSpPr/>
          <p:nvPr/>
        </p:nvCxnSpPr>
        <p:spPr>
          <a:xfrm>
            <a:off x="4880161" y="621925"/>
            <a:ext cx="0" cy="44487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직선 연결선 39">
            <a:extLst>
              <a:ext uri="{FF2B5EF4-FFF2-40B4-BE49-F238E27FC236}">
                <a16:creationId xmlns:a16="http://schemas.microsoft.com/office/drawing/2014/main" id="{C41D78ED-9600-89D3-8F18-C7C68C2C1AF0}"/>
              </a:ext>
            </a:extLst>
          </p:cNvPr>
          <p:cNvCxnSpPr/>
          <p:nvPr/>
        </p:nvCxnSpPr>
        <p:spPr>
          <a:xfrm>
            <a:off x="2522443" y="612960"/>
            <a:ext cx="0" cy="44487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9374520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1BD0FA53-2F78-CB12-AEA6-FACBE63FA3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28600"/>
            <a:ext cx="12192000" cy="6400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302334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3EF1175D-66C6-AFBB-066E-7C7032FE38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970" y="642937"/>
            <a:ext cx="3228975" cy="5572125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70BA606E-DF6B-FBA5-E707-FF1B8DF2D0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46057" y="2979923"/>
            <a:ext cx="3476625" cy="3533775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5F27D940-F93B-4AA8-E6E7-32E2602C7E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46057" y="71719"/>
            <a:ext cx="1999903" cy="2671482"/>
          </a:xfrm>
          <a:prstGeom prst="rect">
            <a:avLst/>
          </a:prstGeom>
        </p:spPr>
      </p:pic>
      <p:sp>
        <p:nvSpPr>
          <p:cNvPr id="10" name="화살표: 오른쪽 9">
            <a:extLst>
              <a:ext uri="{FF2B5EF4-FFF2-40B4-BE49-F238E27FC236}">
                <a16:creationId xmlns:a16="http://schemas.microsoft.com/office/drawing/2014/main" id="{325A6DFC-8114-0F9A-CBDF-2ADA82A3A0FF}"/>
              </a:ext>
            </a:extLst>
          </p:cNvPr>
          <p:cNvSpPr/>
          <p:nvPr/>
        </p:nvSpPr>
        <p:spPr>
          <a:xfrm>
            <a:off x="4831976" y="2743201"/>
            <a:ext cx="968189" cy="914399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화살표: 오른쪽 14">
            <a:extLst>
              <a:ext uri="{FF2B5EF4-FFF2-40B4-BE49-F238E27FC236}">
                <a16:creationId xmlns:a16="http://schemas.microsoft.com/office/drawing/2014/main" id="{04CC7E51-FA3B-5F1A-CCC4-201CDC5F325B}"/>
              </a:ext>
            </a:extLst>
          </p:cNvPr>
          <p:cNvSpPr/>
          <p:nvPr/>
        </p:nvSpPr>
        <p:spPr>
          <a:xfrm rot="18430324">
            <a:off x="5952565" y="2065524"/>
            <a:ext cx="968189" cy="914399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화살표: 오른쪽 15">
            <a:extLst>
              <a:ext uri="{FF2B5EF4-FFF2-40B4-BE49-F238E27FC236}">
                <a16:creationId xmlns:a16="http://schemas.microsoft.com/office/drawing/2014/main" id="{5631FFCA-77DC-7455-2EA5-939D2BB56E57}"/>
              </a:ext>
            </a:extLst>
          </p:cNvPr>
          <p:cNvSpPr/>
          <p:nvPr/>
        </p:nvSpPr>
        <p:spPr>
          <a:xfrm rot="2450215">
            <a:off x="5944149" y="3609969"/>
            <a:ext cx="968189" cy="914399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8471608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259CA828-D795-82CD-4998-216B4872B7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8206" y="507626"/>
            <a:ext cx="6477000" cy="2000250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F181096A-7CAF-302D-693D-10B1D83A77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3169024"/>
            <a:ext cx="10668000" cy="3181350"/>
          </a:xfrm>
          <a:prstGeom prst="rect">
            <a:avLst/>
          </a:prstGeom>
        </p:spPr>
      </p:pic>
      <p:sp>
        <p:nvSpPr>
          <p:cNvPr id="9" name="화살표: 아래쪽 8">
            <a:extLst>
              <a:ext uri="{FF2B5EF4-FFF2-40B4-BE49-F238E27FC236}">
                <a16:creationId xmlns:a16="http://schemas.microsoft.com/office/drawing/2014/main" id="{85B14240-8402-AC57-C528-1826719E7261}"/>
              </a:ext>
            </a:extLst>
          </p:cNvPr>
          <p:cNvSpPr/>
          <p:nvPr/>
        </p:nvSpPr>
        <p:spPr>
          <a:xfrm>
            <a:off x="4141694" y="2507876"/>
            <a:ext cx="2034988" cy="59391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7406174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70E238DE-87D0-EBAF-085C-C758680FD9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4441" y="0"/>
            <a:ext cx="1028311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146704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TDLO와 OPC _ Photo 공정을 위한 Mask 변형">
            <a:extLst>
              <a:ext uri="{FF2B5EF4-FFF2-40B4-BE49-F238E27FC236}">
                <a16:creationId xmlns:a16="http://schemas.microsoft.com/office/drawing/2014/main" id="{00D042DF-30F3-5D9D-E7CC-AC320953E5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1938" y="538163"/>
            <a:ext cx="11668125" cy="57816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2827183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10E9CD-2792-C8B9-118A-B1A356C060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579B23A6-594E-61B5-E757-5D1E0FFD70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95643"/>
            <a:ext cx="12192000" cy="3790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149351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0AA2D733-1603-3010-8F79-A324922C67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77800"/>
            <a:ext cx="12192000" cy="6502400"/>
          </a:xfrm>
          <a:prstGeom prst="rect">
            <a:avLst/>
          </a:prstGeom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FC431A56-591E-8276-5FEC-B76399F11071}"/>
              </a:ext>
            </a:extLst>
          </p:cNvPr>
          <p:cNvSpPr/>
          <p:nvPr/>
        </p:nvSpPr>
        <p:spPr>
          <a:xfrm>
            <a:off x="5791199" y="1111624"/>
            <a:ext cx="6176682" cy="519056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4A65F375-6FF6-1790-4199-949CFF84191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7059" t="14085" r="662" b="4573"/>
          <a:stretch>
            <a:fillRect/>
          </a:stretch>
        </p:blipFill>
        <p:spPr>
          <a:xfrm>
            <a:off x="5791199" y="1193801"/>
            <a:ext cx="6145238" cy="1746623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8E2C21DD-CAD3-474F-F9BB-3CA9D96DCAF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909"/>
          <a:stretch>
            <a:fillRect/>
          </a:stretch>
        </p:blipFill>
        <p:spPr>
          <a:xfrm flipH="1">
            <a:off x="6241317" y="2861236"/>
            <a:ext cx="5457624" cy="3290861"/>
          </a:xfrm>
          <a:prstGeom prst="rect">
            <a:avLst/>
          </a:prstGeo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D3955C95-FC57-6506-9F66-4DCD62A10A80}"/>
              </a:ext>
            </a:extLst>
          </p:cNvPr>
          <p:cNvSpPr/>
          <p:nvPr/>
        </p:nvSpPr>
        <p:spPr>
          <a:xfrm>
            <a:off x="8588188" y="1027206"/>
            <a:ext cx="1067742" cy="19872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dirty="0">
                <a:solidFill>
                  <a:schemeClr val="tx1"/>
                </a:solidFill>
              </a:rPr>
              <a:t>B-SCAN</a:t>
            </a:r>
            <a:endParaRPr lang="ko-KR" altLang="en-US" sz="1500" dirty="0">
              <a:solidFill>
                <a:schemeClr val="tx1"/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F4B2550D-D3F4-0C56-12CC-E5C954963940}"/>
              </a:ext>
            </a:extLst>
          </p:cNvPr>
          <p:cNvSpPr/>
          <p:nvPr/>
        </p:nvSpPr>
        <p:spPr>
          <a:xfrm>
            <a:off x="6033247" y="2770089"/>
            <a:ext cx="5903190" cy="24877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F353B39C-0C7C-C362-7865-A9318D97A99E}"/>
              </a:ext>
            </a:extLst>
          </p:cNvPr>
          <p:cNvCxnSpPr>
            <a:cxnSpLocks/>
          </p:cNvCxnSpPr>
          <p:nvPr/>
        </p:nvCxnSpPr>
        <p:spPr>
          <a:xfrm>
            <a:off x="9430871" y="3045761"/>
            <a:ext cx="0" cy="3112994"/>
          </a:xfrm>
          <a:prstGeom prst="line">
            <a:avLst/>
          </a:prstGeom>
          <a:ln>
            <a:solidFill>
              <a:srgbClr val="00E27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직선 연결선 16">
            <a:extLst>
              <a:ext uri="{FF2B5EF4-FFF2-40B4-BE49-F238E27FC236}">
                <a16:creationId xmlns:a16="http://schemas.microsoft.com/office/drawing/2014/main" id="{6453D40C-27C6-A7C4-AC25-610AF18BF8B6}"/>
              </a:ext>
            </a:extLst>
          </p:cNvPr>
          <p:cNvCxnSpPr/>
          <p:nvPr/>
        </p:nvCxnSpPr>
        <p:spPr>
          <a:xfrm>
            <a:off x="6241317" y="4805083"/>
            <a:ext cx="5457624" cy="0"/>
          </a:xfrm>
          <a:prstGeom prst="line">
            <a:avLst/>
          </a:prstGeom>
          <a:ln>
            <a:solidFill>
              <a:srgbClr val="00E27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73F57337-29AD-201C-1DFB-4DD38BF4604D}"/>
              </a:ext>
            </a:extLst>
          </p:cNvPr>
          <p:cNvSpPr/>
          <p:nvPr/>
        </p:nvSpPr>
        <p:spPr>
          <a:xfrm>
            <a:off x="8632540" y="2825003"/>
            <a:ext cx="1049811" cy="16659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dirty="0">
                <a:solidFill>
                  <a:schemeClr val="tx1"/>
                </a:solidFill>
              </a:rPr>
              <a:t>C-SCAN</a:t>
            </a:r>
            <a:endParaRPr lang="ko-KR" altLang="en-US" sz="1500" dirty="0">
              <a:solidFill>
                <a:schemeClr val="tx1"/>
              </a:solidFill>
            </a:endParaRPr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BDE24F8A-2570-0720-CFA8-B793E8CE15B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6912" t="3470" r="40000" b="88769"/>
          <a:stretch>
            <a:fillRect/>
          </a:stretch>
        </p:blipFill>
        <p:spPr>
          <a:xfrm>
            <a:off x="8597156" y="418728"/>
            <a:ext cx="1595718" cy="504638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A5C5DB46-B9E4-2724-DD82-CF4E3F8FF7E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6912" t="3470" r="40000" b="88769"/>
          <a:stretch>
            <a:fillRect/>
          </a:stretch>
        </p:blipFill>
        <p:spPr>
          <a:xfrm>
            <a:off x="10538014" y="409387"/>
            <a:ext cx="1595718" cy="504638"/>
          </a:xfrm>
          <a:prstGeom prst="rect">
            <a:avLst/>
          </a:prstGeom>
        </p:spPr>
      </p:pic>
      <p:sp>
        <p:nvSpPr>
          <p:cNvPr id="21" name="직사각형 20">
            <a:extLst>
              <a:ext uri="{FF2B5EF4-FFF2-40B4-BE49-F238E27FC236}">
                <a16:creationId xmlns:a16="http://schemas.microsoft.com/office/drawing/2014/main" id="{A0C11301-09B7-2591-3051-976A7FA0AD2A}"/>
              </a:ext>
            </a:extLst>
          </p:cNvPr>
          <p:cNvSpPr/>
          <p:nvPr/>
        </p:nvSpPr>
        <p:spPr>
          <a:xfrm>
            <a:off x="8507045" y="519136"/>
            <a:ext cx="744070" cy="18676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Merge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5BE60309-39DC-150F-C49F-EC7941381636}"/>
              </a:ext>
            </a:extLst>
          </p:cNvPr>
          <p:cNvSpPr/>
          <p:nvPr/>
        </p:nvSpPr>
        <p:spPr>
          <a:xfrm>
            <a:off x="9377086" y="510989"/>
            <a:ext cx="663389" cy="15009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Max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5CEAE354-CE58-EFE2-53BB-E41FF8811531}"/>
              </a:ext>
            </a:extLst>
          </p:cNvPr>
          <p:cNvSpPr/>
          <p:nvPr/>
        </p:nvSpPr>
        <p:spPr>
          <a:xfrm>
            <a:off x="9368119" y="699248"/>
            <a:ext cx="663389" cy="15009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Mean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36135F9E-C4FF-649A-FB89-8304AADDEB60}"/>
              </a:ext>
            </a:extLst>
          </p:cNvPr>
          <p:cNvSpPr/>
          <p:nvPr/>
        </p:nvSpPr>
        <p:spPr>
          <a:xfrm>
            <a:off x="10403543" y="528916"/>
            <a:ext cx="793383" cy="1987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 err="1">
                <a:solidFill>
                  <a:schemeClr val="tx1"/>
                </a:solidFill>
              </a:rPr>
              <a:t>Strectch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972E1466-506D-0DB0-BF4A-E28DCB358450}"/>
              </a:ext>
            </a:extLst>
          </p:cNvPr>
          <p:cNvSpPr/>
          <p:nvPr/>
        </p:nvSpPr>
        <p:spPr>
          <a:xfrm>
            <a:off x="11287037" y="508676"/>
            <a:ext cx="663389" cy="15009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Abs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955FA478-58F4-C2C3-6E75-B5AA0D9593AC}"/>
              </a:ext>
            </a:extLst>
          </p:cNvPr>
          <p:cNvSpPr/>
          <p:nvPr/>
        </p:nvSpPr>
        <p:spPr>
          <a:xfrm>
            <a:off x="11313930" y="696936"/>
            <a:ext cx="793383" cy="15009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Relative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cxnSp>
        <p:nvCxnSpPr>
          <p:cNvPr id="29" name="직선 연결선 28">
            <a:extLst>
              <a:ext uri="{FF2B5EF4-FFF2-40B4-BE49-F238E27FC236}">
                <a16:creationId xmlns:a16="http://schemas.microsoft.com/office/drawing/2014/main" id="{C7BDDE2F-7596-9607-AE61-8290A3FBFAEC}"/>
              </a:ext>
            </a:extLst>
          </p:cNvPr>
          <p:cNvCxnSpPr/>
          <p:nvPr/>
        </p:nvCxnSpPr>
        <p:spPr>
          <a:xfrm>
            <a:off x="6902356" y="536724"/>
            <a:ext cx="0" cy="320423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1" name="그림 30">
            <a:extLst>
              <a:ext uri="{FF2B5EF4-FFF2-40B4-BE49-F238E27FC236}">
                <a16:creationId xmlns:a16="http://schemas.microsoft.com/office/drawing/2014/main" id="{A461AA12-4903-6C77-8516-55074B6347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13427" y="495488"/>
            <a:ext cx="466725" cy="438150"/>
          </a:xfrm>
          <a:prstGeom prst="rect">
            <a:avLst/>
          </a:prstGeom>
        </p:spPr>
      </p:pic>
      <p:sp>
        <p:nvSpPr>
          <p:cNvPr id="32" name="직사각형 31">
            <a:extLst>
              <a:ext uri="{FF2B5EF4-FFF2-40B4-BE49-F238E27FC236}">
                <a16:creationId xmlns:a16="http://schemas.microsoft.com/office/drawing/2014/main" id="{08B08B8F-3DB5-4707-80ED-D01FA9331099}"/>
              </a:ext>
            </a:extLst>
          </p:cNvPr>
          <p:cNvSpPr/>
          <p:nvPr/>
        </p:nvSpPr>
        <p:spPr>
          <a:xfrm>
            <a:off x="7113026" y="427316"/>
            <a:ext cx="877686" cy="25332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Depth start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42A0503C-00B5-6736-417C-CC23BD7904E6}"/>
              </a:ext>
            </a:extLst>
          </p:cNvPr>
          <p:cNvSpPr/>
          <p:nvPr/>
        </p:nvSpPr>
        <p:spPr>
          <a:xfrm>
            <a:off x="7121990" y="687296"/>
            <a:ext cx="877686" cy="1909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Depth end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515F3638-6E1F-32DE-7C12-788EA6F36870}"/>
              </a:ext>
            </a:extLst>
          </p:cNvPr>
          <p:cNvSpPr/>
          <p:nvPr/>
        </p:nvSpPr>
        <p:spPr>
          <a:xfrm>
            <a:off x="5956978" y="1249913"/>
            <a:ext cx="392787" cy="153288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800" dirty="0">
                <a:solidFill>
                  <a:schemeClr val="tx1"/>
                </a:solidFill>
              </a:rPr>
              <a:t>0</a:t>
            </a:r>
          </a:p>
          <a:p>
            <a:r>
              <a:rPr lang="en-US" altLang="ko-KR" sz="800" dirty="0">
                <a:solidFill>
                  <a:schemeClr val="tx1"/>
                </a:solidFill>
              </a:rPr>
              <a:t>100</a:t>
            </a:r>
          </a:p>
          <a:p>
            <a:r>
              <a:rPr lang="en-US" altLang="ko-KR" sz="800" dirty="0">
                <a:solidFill>
                  <a:schemeClr val="tx1"/>
                </a:solidFill>
              </a:rPr>
              <a:t>200</a:t>
            </a:r>
          </a:p>
          <a:p>
            <a:r>
              <a:rPr lang="en-US" altLang="ko-KR" sz="800" dirty="0">
                <a:solidFill>
                  <a:schemeClr val="tx1"/>
                </a:solidFill>
              </a:rPr>
              <a:t>300</a:t>
            </a:r>
          </a:p>
          <a:p>
            <a:r>
              <a:rPr lang="en-US" altLang="ko-KR" sz="800" dirty="0">
                <a:solidFill>
                  <a:schemeClr val="tx1"/>
                </a:solidFill>
              </a:rPr>
              <a:t>400</a:t>
            </a:r>
          </a:p>
          <a:p>
            <a:r>
              <a:rPr lang="en-US" altLang="ko-KR" sz="800" dirty="0">
                <a:solidFill>
                  <a:schemeClr val="tx1"/>
                </a:solidFill>
              </a:rPr>
              <a:t>500</a:t>
            </a:r>
          </a:p>
          <a:p>
            <a:r>
              <a:rPr lang="en-US" altLang="ko-KR" sz="800" dirty="0">
                <a:solidFill>
                  <a:schemeClr val="tx1"/>
                </a:solidFill>
              </a:rPr>
              <a:t>600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883AAF20-5A9F-8570-659E-B050EC1F4C8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0800000">
            <a:off x="5792184" y="1807508"/>
            <a:ext cx="266700" cy="3810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74B8402-68D2-A570-CE98-2D8D9AFA8F5D}"/>
              </a:ext>
            </a:extLst>
          </p:cNvPr>
          <p:cNvSpPr txBox="1"/>
          <p:nvPr/>
        </p:nvSpPr>
        <p:spPr>
          <a:xfrm rot="10800000" flipV="1">
            <a:off x="5832531" y="4484587"/>
            <a:ext cx="369332" cy="609600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r>
              <a:rPr lang="en-US" altLang="ko-KR" sz="1200" dirty="0"/>
              <a:t>Row</a:t>
            </a:r>
            <a:endParaRPr lang="ko-KR" altLang="en-US" sz="12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46803FE-9070-2381-1827-16F18872924E}"/>
              </a:ext>
            </a:extLst>
          </p:cNvPr>
          <p:cNvSpPr txBox="1"/>
          <p:nvPr/>
        </p:nvSpPr>
        <p:spPr>
          <a:xfrm rot="5400000">
            <a:off x="6017196" y="2877744"/>
            <a:ext cx="18466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0</a:t>
            </a:r>
            <a:endParaRPr lang="ko-KR" altLang="en-US" sz="1100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A48C8DC5-E9AD-9501-1E52-1068B1AEBDF5}"/>
              </a:ext>
            </a:extLst>
          </p:cNvPr>
          <p:cNvSpPr/>
          <p:nvPr/>
        </p:nvSpPr>
        <p:spPr>
          <a:xfrm>
            <a:off x="421338" y="502297"/>
            <a:ext cx="421325" cy="17671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700" dirty="0">
                <a:solidFill>
                  <a:schemeClr val="accent6"/>
                </a:solidFill>
              </a:rPr>
              <a:t>100</a:t>
            </a:r>
            <a:endParaRPr lang="ko-KR" altLang="en-US" sz="700" dirty="0">
              <a:solidFill>
                <a:schemeClr val="accent6"/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1F0384B-52F3-88CC-79B5-B01B7866CEF8}"/>
              </a:ext>
            </a:extLst>
          </p:cNvPr>
          <p:cNvSpPr txBox="1"/>
          <p:nvPr/>
        </p:nvSpPr>
        <p:spPr>
          <a:xfrm rot="5400000">
            <a:off x="5715941" y="6006962"/>
            <a:ext cx="71175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100" dirty="0"/>
              <a:t>100</a:t>
            </a:r>
            <a:endParaRPr lang="ko-KR" altLang="en-US" sz="1100" dirty="0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A97B9D01-54AA-5B99-6CB6-87DDE7295DD5}"/>
              </a:ext>
            </a:extLst>
          </p:cNvPr>
          <p:cNvSpPr/>
          <p:nvPr/>
        </p:nvSpPr>
        <p:spPr>
          <a:xfrm>
            <a:off x="35860" y="491900"/>
            <a:ext cx="484093" cy="19091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tx1"/>
                </a:solidFill>
              </a:rPr>
              <a:t>open</a:t>
            </a:r>
            <a:endParaRPr lang="ko-KR" altLang="en-US" sz="9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1033731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1D8FA711-6144-919D-192B-E650E06450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65338" y="966786"/>
            <a:ext cx="2276475" cy="3228975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1FE0A55C-D839-0831-1A05-83671E1B94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61794" y="966786"/>
            <a:ext cx="3228975" cy="492442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43ECAD6-812E-A4DB-4A36-4BB23F10173F}"/>
              </a:ext>
            </a:extLst>
          </p:cNvPr>
          <p:cNvSpPr txBox="1"/>
          <p:nvPr/>
        </p:nvSpPr>
        <p:spPr>
          <a:xfrm>
            <a:off x="4831976" y="4509264"/>
            <a:ext cx="609600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altLang="ko-KR" b="0" i="0" dirty="0">
                <a:effectLst/>
                <a:latin typeface="Google Sans Flex"/>
              </a:rPr>
              <a:t>RENISHAW</a:t>
            </a:r>
          </a:p>
          <a:p>
            <a:pPr algn="l">
              <a:buNone/>
            </a:pPr>
            <a:r>
              <a:rPr lang="en-US" altLang="ko-KR" b="0" i="0" dirty="0">
                <a:effectLst/>
                <a:latin typeface="Google Sans Flex"/>
              </a:rPr>
              <a:t>Q4BC Z05D 08B</a:t>
            </a:r>
          </a:p>
          <a:p>
            <a:pPr algn="l">
              <a:buNone/>
            </a:pPr>
            <a:r>
              <a:rPr lang="en-US" altLang="ko-KR" b="0" i="0" dirty="0">
                <a:effectLst/>
                <a:latin typeface="Google Sans Flex"/>
              </a:rPr>
              <a:t>0.5um </a:t>
            </a:r>
            <a:r>
              <a:rPr lang="ko-KR" altLang="en-US" b="0" i="0" dirty="0">
                <a:effectLst/>
                <a:latin typeface="Google Sans Flex"/>
              </a:rPr>
              <a:t>리니어 스케일 헤더 제품</a:t>
            </a:r>
            <a:endParaRPr lang="en-US" altLang="ko-KR" b="0" i="0" dirty="0">
              <a:effectLst/>
              <a:latin typeface="Google Sans Flex"/>
            </a:endParaRPr>
          </a:p>
          <a:p>
            <a:pPr algn="l">
              <a:buNone/>
            </a:pPr>
            <a:endParaRPr lang="en-US" altLang="ko-KR" dirty="0">
              <a:latin typeface="Google Sans Flex"/>
            </a:endParaRPr>
          </a:p>
          <a:p>
            <a:pPr algn="l">
              <a:buNone/>
            </a:pPr>
            <a:r>
              <a:rPr lang="en-US" altLang="ko-KR" dirty="0">
                <a:latin typeface="Google Sans Flex"/>
              </a:rPr>
              <a:t>TI0020A04A</a:t>
            </a:r>
          </a:p>
          <a:p>
            <a:pPr algn="l">
              <a:buNone/>
            </a:pPr>
            <a:r>
              <a:rPr lang="en-US" altLang="ko-KR" dirty="0">
                <a:latin typeface="Google Sans Flex"/>
              </a:rPr>
              <a:t>3QNM83</a:t>
            </a:r>
            <a:endParaRPr lang="ko-KR" altLang="en-US" b="0" i="0" dirty="0">
              <a:effectLst/>
              <a:latin typeface="Google Sans Flex"/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DAFF4ED3-DD4D-DE4E-B7AE-97738511D7A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60436" y="966786"/>
            <a:ext cx="4631564" cy="17543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792739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CC19A696-E10F-C81F-3F25-2F5F6DBFAF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0104" y="385481"/>
            <a:ext cx="2583877" cy="5656169"/>
          </a:xfrm>
          <a:prstGeom prst="rect">
            <a:avLst/>
          </a:prstGeom>
        </p:spPr>
      </p:pic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65BC8D4E-DCD6-121F-BA71-836545D2C849}"/>
              </a:ext>
            </a:extLst>
          </p:cNvPr>
          <p:cNvCxnSpPr>
            <a:cxnSpLocks/>
          </p:cNvCxnSpPr>
          <p:nvPr/>
        </p:nvCxnSpPr>
        <p:spPr>
          <a:xfrm>
            <a:off x="1936376" y="896470"/>
            <a:ext cx="0" cy="4966447"/>
          </a:xfrm>
          <a:prstGeom prst="line">
            <a:avLst/>
          </a:prstGeom>
          <a:ln>
            <a:solidFill>
              <a:srgbClr val="FF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902BEC7D-C931-BD64-41C2-5FA51DA59790}"/>
              </a:ext>
            </a:extLst>
          </p:cNvPr>
          <p:cNvCxnSpPr/>
          <p:nvPr/>
        </p:nvCxnSpPr>
        <p:spPr>
          <a:xfrm>
            <a:off x="2644591" y="896470"/>
            <a:ext cx="0" cy="4966447"/>
          </a:xfrm>
          <a:prstGeom prst="line">
            <a:avLst/>
          </a:prstGeom>
          <a:ln>
            <a:solidFill>
              <a:srgbClr val="FF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" name="그림 10">
            <a:extLst>
              <a:ext uri="{FF2B5EF4-FFF2-40B4-BE49-F238E27FC236}">
                <a16:creationId xmlns:a16="http://schemas.microsoft.com/office/drawing/2014/main" id="{327D16F7-65F8-33B8-2334-839F039D497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2860"/>
          <a:stretch>
            <a:fillRect/>
          </a:stretch>
        </p:blipFill>
        <p:spPr>
          <a:xfrm rot="10800000">
            <a:off x="5647911" y="3098289"/>
            <a:ext cx="4359926" cy="1695450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B3684C66-1EF8-7B0F-806D-C06495B5505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flipH="1">
            <a:off x="3812806" y="3284867"/>
            <a:ext cx="1114425" cy="2667000"/>
          </a:xfrm>
          <a:prstGeom prst="rect">
            <a:avLst/>
          </a:prstGeom>
        </p:spPr>
      </p:pic>
      <p:sp>
        <p:nvSpPr>
          <p:cNvPr id="14" name="직사각형 13">
            <a:extLst>
              <a:ext uri="{FF2B5EF4-FFF2-40B4-BE49-F238E27FC236}">
                <a16:creationId xmlns:a16="http://schemas.microsoft.com/office/drawing/2014/main" id="{061E0259-E7A9-9E42-531D-5BA07AE39081}"/>
              </a:ext>
            </a:extLst>
          </p:cNvPr>
          <p:cNvSpPr/>
          <p:nvPr/>
        </p:nvSpPr>
        <p:spPr>
          <a:xfrm>
            <a:off x="1219200" y="1497106"/>
            <a:ext cx="179291" cy="179295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2736BC2A-A47F-1463-0239-0E35A5277FD5}"/>
              </a:ext>
            </a:extLst>
          </p:cNvPr>
          <p:cNvSpPr/>
          <p:nvPr/>
        </p:nvSpPr>
        <p:spPr>
          <a:xfrm>
            <a:off x="1219200" y="1210235"/>
            <a:ext cx="179291" cy="179295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84E63B2-9045-2E84-B1AC-96E4F22AA528}"/>
              </a:ext>
            </a:extLst>
          </p:cNvPr>
          <p:cNvSpPr txBox="1"/>
          <p:nvPr/>
        </p:nvSpPr>
        <p:spPr>
          <a:xfrm>
            <a:off x="7264771" y="4980220"/>
            <a:ext cx="11329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스케일자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339F4A2-0CD3-8666-4A1A-598315832A81}"/>
              </a:ext>
            </a:extLst>
          </p:cNvPr>
          <p:cNvSpPr txBox="1"/>
          <p:nvPr/>
        </p:nvSpPr>
        <p:spPr>
          <a:xfrm>
            <a:off x="2830894" y="6225096"/>
            <a:ext cx="15391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스케일헤더</a:t>
            </a:r>
            <a:endParaRPr lang="ko-KR" altLang="en-US" dirty="0"/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D787BE83-CEC7-F2AB-52A1-8F84E00EA28D}"/>
              </a:ext>
            </a:extLst>
          </p:cNvPr>
          <p:cNvSpPr/>
          <p:nvPr/>
        </p:nvSpPr>
        <p:spPr>
          <a:xfrm>
            <a:off x="4589929" y="5567080"/>
            <a:ext cx="337302" cy="357891"/>
          </a:xfrm>
          <a:prstGeom prst="ellipse">
            <a:avLst/>
          </a:prstGeom>
          <a:noFill/>
          <a:ln>
            <a:solidFill>
              <a:srgbClr val="00E276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타원 18">
            <a:extLst>
              <a:ext uri="{FF2B5EF4-FFF2-40B4-BE49-F238E27FC236}">
                <a16:creationId xmlns:a16="http://schemas.microsoft.com/office/drawing/2014/main" id="{EA6E0029-1429-F8CE-5DFA-373121575ACD}"/>
              </a:ext>
            </a:extLst>
          </p:cNvPr>
          <p:cNvSpPr/>
          <p:nvPr/>
        </p:nvSpPr>
        <p:spPr>
          <a:xfrm>
            <a:off x="4159622" y="3307973"/>
            <a:ext cx="337302" cy="357891"/>
          </a:xfrm>
          <a:prstGeom prst="ellipse">
            <a:avLst/>
          </a:prstGeom>
          <a:noFill/>
          <a:ln>
            <a:solidFill>
              <a:srgbClr val="00E276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0CB0E83-5FF9-63E4-0D50-24265F35816A}"/>
              </a:ext>
            </a:extLst>
          </p:cNvPr>
          <p:cNvSpPr txBox="1"/>
          <p:nvPr/>
        </p:nvSpPr>
        <p:spPr>
          <a:xfrm>
            <a:off x="4972054" y="5636324"/>
            <a:ext cx="806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볼트</a:t>
            </a:r>
          </a:p>
        </p:txBody>
      </p:sp>
      <p:cxnSp>
        <p:nvCxnSpPr>
          <p:cNvPr id="23" name="직선 연결선 22">
            <a:extLst>
              <a:ext uri="{FF2B5EF4-FFF2-40B4-BE49-F238E27FC236}">
                <a16:creationId xmlns:a16="http://schemas.microsoft.com/office/drawing/2014/main" id="{EB27680D-3069-F0EC-2246-7CC7537F6E46}"/>
              </a:ext>
            </a:extLst>
          </p:cNvPr>
          <p:cNvCxnSpPr/>
          <p:nvPr/>
        </p:nvCxnSpPr>
        <p:spPr>
          <a:xfrm>
            <a:off x="6011960" y="3701723"/>
            <a:ext cx="4405028" cy="0"/>
          </a:xfrm>
          <a:prstGeom prst="line">
            <a:avLst/>
          </a:prstGeom>
          <a:ln>
            <a:solidFill>
              <a:srgbClr val="FF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9DEF4011-57B9-17EF-D426-4AE7BD77FE7E}"/>
              </a:ext>
            </a:extLst>
          </p:cNvPr>
          <p:cNvCxnSpPr/>
          <p:nvPr/>
        </p:nvCxnSpPr>
        <p:spPr>
          <a:xfrm>
            <a:off x="6002995" y="4257537"/>
            <a:ext cx="4405028" cy="0"/>
          </a:xfrm>
          <a:prstGeom prst="line">
            <a:avLst/>
          </a:prstGeom>
          <a:ln>
            <a:solidFill>
              <a:srgbClr val="FF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7E8B7624-FDB0-1851-6E4D-45B1AA3B9BD2}"/>
              </a:ext>
            </a:extLst>
          </p:cNvPr>
          <p:cNvSpPr txBox="1"/>
          <p:nvPr/>
        </p:nvSpPr>
        <p:spPr>
          <a:xfrm>
            <a:off x="4159622" y="1199669"/>
            <a:ext cx="7113427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스케일 헤더 </a:t>
            </a:r>
            <a:r>
              <a:rPr lang="en-US" altLang="ko-KR" dirty="0"/>
              <a:t>Reader </a:t>
            </a:r>
            <a:r>
              <a:rPr lang="ko-KR" altLang="en-US" dirty="0"/>
              <a:t>부분 안에</a:t>
            </a:r>
            <a:r>
              <a:rPr lang="en-US" altLang="ko-KR" dirty="0"/>
              <a:t>, </a:t>
            </a:r>
            <a:r>
              <a:rPr lang="ko-KR" altLang="en-US" dirty="0"/>
              <a:t>동그라미 </a:t>
            </a:r>
            <a:r>
              <a:rPr lang="en-US" altLang="ko-KR" dirty="0"/>
              <a:t>(</a:t>
            </a:r>
            <a:r>
              <a:rPr lang="ko-KR" altLang="en-US" dirty="0"/>
              <a:t>렌즈</a:t>
            </a:r>
            <a:r>
              <a:rPr lang="en-US" altLang="ko-KR" dirty="0"/>
              <a:t>?) </a:t>
            </a:r>
            <a:r>
              <a:rPr lang="ko-KR" altLang="en-US" dirty="0"/>
              <a:t>구역이 있고</a:t>
            </a:r>
            <a:r>
              <a:rPr lang="en-US" altLang="ko-KR" dirty="0"/>
              <a:t>, </a:t>
            </a:r>
            <a:r>
              <a:rPr lang="ko-KR" altLang="en-US" dirty="0"/>
              <a:t> 선분들이 있는 구역이 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en-US" altLang="ko-KR" dirty="0"/>
              <a:t>Q.</a:t>
            </a:r>
            <a:r>
              <a:rPr lang="ko-KR" altLang="en-US" dirty="0"/>
              <a:t>스케일 자 안에 어떻게 배치하는 게 가장 </a:t>
            </a:r>
            <a:r>
              <a:rPr lang="en-US" altLang="ko-KR" dirty="0"/>
              <a:t>Read </a:t>
            </a:r>
            <a:r>
              <a:rPr lang="ko-KR" altLang="en-US" dirty="0"/>
              <a:t>효율이 좋을까</a:t>
            </a:r>
            <a:r>
              <a:rPr lang="en-US" altLang="ko-KR" dirty="0"/>
              <a:t>? </a:t>
            </a:r>
            <a:r>
              <a:rPr lang="ko-KR" altLang="en-US" dirty="0"/>
              <a:t>저 빨간 점선 들이</a:t>
            </a:r>
            <a:r>
              <a:rPr lang="en-US" altLang="ko-KR" dirty="0"/>
              <a:t>, </a:t>
            </a:r>
            <a:r>
              <a:rPr lang="ko-KR" altLang="en-US" dirty="0"/>
              <a:t>스케일 자 내부에 들어가는 게 가장 좋을까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2AFB911F-DB13-1B88-15F1-94C74871B65E}"/>
              </a:ext>
            </a:extLst>
          </p:cNvPr>
          <p:cNvSpPr/>
          <p:nvPr/>
        </p:nvSpPr>
        <p:spPr>
          <a:xfrm>
            <a:off x="9269506" y="2859741"/>
            <a:ext cx="591670" cy="2120477"/>
          </a:xfrm>
          <a:prstGeom prst="rect">
            <a:avLst/>
          </a:prstGeom>
          <a:noFill/>
          <a:ln>
            <a:solidFill>
              <a:srgbClr val="00E276"/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14748B7-9CDC-75A9-4E8A-C74410BFF2EF}"/>
              </a:ext>
            </a:extLst>
          </p:cNvPr>
          <p:cNvSpPr txBox="1"/>
          <p:nvPr/>
        </p:nvSpPr>
        <p:spPr>
          <a:xfrm>
            <a:off x="9841567" y="4763288"/>
            <a:ext cx="172290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실선 </a:t>
            </a:r>
            <a:r>
              <a:rPr lang="en-US" altLang="ko-KR" dirty="0"/>
              <a:t>: </a:t>
            </a:r>
            <a:r>
              <a:rPr lang="ko-KR" altLang="en-US" dirty="0"/>
              <a:t>레퍼런스 마크 </a:t>
            </a:r>
            <a:r>
              <a:rPr lang="en-US" altLang="ko-KR" dirty="0"/>
              <a:t>5mm </a:t>
            </a:r>
            <a:r>
              <a:rPr lang="ko-KR" altLang="en-US" dirty="0"/>
              <a:t>마다 인쇄되어 있음</a:t>
            </a:r>
          </a:p>
        </p:txBody>
      </p:sp>
    </p:spTree>
    <p:extLst>
      <p:ext uri="{BB962C8B-B14F-4D97-AF65-F5344CB8AC3E}">
        <p14:creationId xmlns:p14="http://schemas.microsoft.com/office/powerpoint/2010/main" val="359623192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D8C0DCED-4C5E-1358-DB08-26757A66AB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472" y="1111623"/>
            <a:ext cx="3404819" cy="5437094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BFE84BAE-8BF5-C130-E11C-3021B381CE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4826" y="325530"/>
            <a:ext cx="5600700" cy="6381750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86F46123-8A5C-770C-D631-77D9F965406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0288" y="325530"/>
            <a:ext cx="1745695" cy="1828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693708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93C711C4-40D5-2C92-6395-778BB9305E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1964" y="0"/>
            <a:ext cx="978807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479853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B617C356-F7A0-C8A9-A7F8-2CB8CAC820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7701" y="0"/>
            <a:ext cx="671659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905539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779BD68C-2D09-A5A7-2AB2-E0AB2FA100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1708" y="0"/>
            <a:ext cx="1026858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146315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FF3CFD6C-918C-B56E-0DAF-38FADBFF8F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1716" y="759848"/>
            <a:ext cx="11120284" cy="590765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2C1E0C5-5C11-8332-737A-387409B87A52}"/>
              </a:ext>
            </a:extLst>
          </p:cNvPr>
          <p:cNvSpPr txBox="1"/>
          <p:nvPr/>
        </p:nvSpPr>
        <p:spPr>
          <a:xfrm>
            <a:off x="226142" y="78658"/>
            <a:ext cx="25268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Step10.py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9480052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8CED7D-A951-7857-8306-A99194234A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5FE459CB-DF2C-705D-B02D-EBD620946D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5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91331" y="135347"/>
            <a:ext cx="6286500" cy="641032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7AACBE7-26E3-8701-1EA7-FADB6662D4E4}"/>
              </a:ext>
            </a:extLst>
          </p:cNvPr>
          <p:cNvSpPr txBox="1"/>
          <p:nvPr/>
        </p:nvSpPr>
        <p:spPr>
          <a:xfrm>
            <a:off x="7226709" y="1398918"/>
            <a:ext cx="4572000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ko-KR" dirty="0"/>
              <a:t>상속은 "이미 만들어진 클래스(부모)의 기능(변수, 함수)을 물려받아, 새로운 클래스(자식)</a:t>
            </a:r>
            <a:r>
              <a:rPr lang="ko-KR" altLang="ko-KR" dirty="0" err="1"/>
              <a:t>를</a:t>
            </a:r>
            <a:r>
              <a:rPr lang="ko-KR" altLang="ko-KR" dirty="0"/>
              <a:t> 만드는 </a:t>
            </a:r>
            <a:r>
              <a:rPr lang="ko-KR" altLang="ko-KR" dirty="0" err="1"/>
              <a:t>것"입니다</a:t>
            </a:r>
            <a:r>
              <a:rPr lang="ko-KR" altLang="ko-KR" dirty="0"/>
              <a:t>.</a:t>
            </a:r>
            <a:endParaRPr lang="en-US" altLang="ko-KR" dirty="0"/>
          </a:p>
          <a:p>
            <a:pPr>
              <a:buNone/>
            </a:pPr>
            <a:endParaRPr lang="ko-KR" altLang="ko-KR" dirty="0"/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ko-KR" altLang="ko-KR" b="1" dirty="0"/>
              <a:t>부모 클래스 (</a:t>
            </a:r>
            <a:r>
              <a:rPr lang="ko-KR" altLang="ko-KR" b="1" dirty="0" err="1"/>
              <a:t>Parent</a:t>
            </a:r>
            <a:r>
              <a:rPr lang="ko-KR" altLang="ko-KR" b="1" dirty="0"/>
              <a:t>/Super </a:t>
            </a:r>
            <a:r>
              <a:rPr lang="ko-KR" altLang="ko-KR" b="1" dirty="0" err="1"/>
              <a:t>Class</a:t>
            </a:r>
            <a:r>
              <a:rPr lang="ko-KR" altLang="ko-KR" b="1" dirty="0"/>
              <a:t>):</a:t>
            </a:r>
            <a:r>
              <a:rPr lang="ko-KR" altLang="ko-KR" dirty="0"/>
              <a:t> 기능을 물려주는 원본 클래스 (예: 포괄적인 개념 - '자동차’)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endParaRPr lang="en-US" altLang="ko-KR" b="1"/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ko-KR" altLang="ko-KR" b="1"/>
              <a:t>자식 </a:t>
            </a:r>
            <a:r>
              <a:rPr lang="ko-KR" altLang="ko-KR" b="1" dirty="0"/>
              <a:t>클래스 (</a:t>
            </a:r>
            <a:r>
              <a:rPr lang="ko-KR" altLang="ko-KR" b="1" dirty="0" err="1"/>
              <a:t>Child</a:t>
            </a:r>
            <a:r>
              <a:rPr lang="ko-KR" altLang="ko-KR" b="1" dirty="0"/>
              <a:t>/</a:t>
            </a:r>
            <a:r>
              <a:rPr lang="ko-KR" altLang="ko-KR" b="1" dirty="0" err="1"/>
              <a:t>Sub</a:t>
            </a:r>
            <a:r>
              <a:rPr lang="ko-KR" altLang="ko-KR" b="1" dirty="0"/>
              <a:t> </a:t>
            </a:r>
            <a:r>
              <a:rPr lang="ko-KR" altLang="ko-KR" b="1" dirty="0" err="1"/>
              <a:t>Class</a:t>
            </a:r>
            <a:r>
              <a:rPr lang="ko-KR" altLang="ko-KR" b="1" dirty="0"/>
              <a:t>):</a:t>
            </a:r>
            <a:r>
              <a:rPr lang="ko-KR" altLang="ko-KR" dirty="0"/>
              <a:t> 기능을 물려받는 새로운 클래스 (예: 구체적인 개념 - '스포츠카’)</a:t>
            </a:r>
          </a:p>
          <a:p>
            <a:pPr>
              <a:buNone/>
            </a:pPr>
            <a:endParaRPr lang="en-US" altLang="ko-KR" b="1" dirty="0"/>
          </a:p>
          <a:p>
            <a:pPr>
              <a:buNone/>
            </a:pPr>
            <a:r>
              <a:rPr lang="ko-KR" altLang="ko-KR" b="1" dirty="0"/>
              <a:t>현실 세계 비유:</a:t>
            </a:r>
            <a:r>
              <a:rPr lang="ko-KR" altLang="ko-KR" dirty="0"/>
              <a:t> 부모님이 부 부(재산, 재능)</a:t>
            </a:r>
            <a:r>
              <a:rPr lang="ko-KR" altLang="ko-KR" dirty="0" err="1"/>
              <a:t>를</a:t>
            </a:r>
            <a:r>
              <a:rPr lang="ko-KR" altLang="ko-KR" dirty="0"/>
              <a:t> 자식에게 상속하면, 자식은 부모님의 재산을 가지면서 동시에 자신만의 새로운 재산을 쌓을 수 있는 것과 같습니다.</a:t>
            </a:r>
          </a:p>
        </p:txBody>
      </p:sp>
    </p:spTree>
    <p:extLst>
      <p:ext uri="{BB962C8B-B14F-4D97-AF65-F5344CB8AC3E}">
        <p14:creationId xmlns:p14="http://schemas.microsoft.com/office/powerpoint/2010/main" val="120177089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04365B-BD61-805F-9BB2-BF43CE25B4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6FD2740A-2A95-F6CA-614E-081B3C8C609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25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53118"/>
          <a:stretch>
            <a:fillRect/>
          </a:stretch>
        </p:blipFill>
        <p:spPr>
          <a:xfrm>
            <a:off x="0" y="127819"/>
            <a:ext cx="12093677" cy="5181401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4592F503-7A9F-D3F2-606E-4A1E50064829}"/>
              </a:ext>
            </a:extLst>
          </p:cNvPr>
          <p:cNvSpPr/>
          <p:nvPr/>
        </p:nvSpPr>
        <p:spPr>
          <a:xfrm>
            <a:off x="3323303" y="3549445"/>
            <a:ext cx="1592826" cy="33429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33F70D2-49F1-AE33-CAEA-C27554419408}"/>
              </a:ext>
            </a:extLst>
          </p:cNvPr>
          <p:cNvSpPr/>
          <p:nvPr/>
        </p:nvSpPr>
        <p:spPr>
          <a:xfrm>
            <a:off x="9438968" y="3716592"/>
            <a:ext cx="2369574" cy="334297"/>
          </a:xfrm>
          <a:prstGeom prst="rect">
            <a:avLst/>
          </a:prstGeom>
          <a:noFill/>
          <a:ln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3092860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774C8029-78B0-6AF3-336C-FD574488407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0000"/>
          <a:stretch>
            <a:fillRect/>
          </a:stretch>
        </p:blipFill>
        <p:spPr>
          <a:xfrm>
            <a:off x="76395" y="678426"/>
            <a:ext cx="12039210" cy="5501148"/>
          </a:xfrm>
          <a:prstGeom prst="rect">
            <a:avLst/>
          </a:prstGeom>
        </p:spPr>
      </p:pic>
      <p:sp>
        <p:nvSpPr>
          <p:cNvPr id="2" name="타원 1">
            <a:extLst>
              <a:ext uri="{FF2B5EF4-FFF2-40B4-BE49-F238E27FC236}">
                <a16:creationId xmlns:a16="http://schemas.microsoft.com/office/drawing/2014/main" id="{15E399FF-A39E-32E7-6C2B-85F211CEBB34}"/>
              </a:ext>
            </a:extLst>
          </p:cNvPr>
          <p:cNvSpPr/>
          <p:nvPr/>
        </p:nvSpPr>
        <p:spPr>
          <a:xfrm>
            <a:off x="7737987" y="2821858"/>
            <a:ext cx="1425678" cy="678426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타원 3">
            <a:extLst>
              <a:ext uri="{FF2B5EF4-FFF2-40B4-BE49-F238E27FC236}">
                <a16:creationId xmlns:a16="http://schemas.microsoft.com/office/drawing/2014/main" id="{314D80B3-7D42-752F-5428-DF70DE418EF9}"/>
              </a:ext>
            </a:extLst>
          </p:cNvPr>
          <p:cNvSpPr/>
          <p:nvPr/>
        </p:nvSpPr>
        <p:spPr>
          <a:xfrm>
            <a:off x="9797845" y="5324168"/>
            <a:ext cx="1425678" cy="678426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6560414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4FE6033B-5706-ACA7-D32A-424E2459D8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753100" cy="3228975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74627CCB-9243-6B25-787D-7600FB834FF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8243"/>
          <a:stretch>
            <a:fillRect/>
          </a:stretch>
        </p:blipFill>
        <p:spPr>
          <a:xfrm>
            <a:off x="2871018" y="3276216"/>
            <a:ext cx="9320981" cy="3581784"/>
          </a:xfrm>
          <a:prstGeom prst="rect">
            <a:avLst/>
          </a:prstGeom>
        </p:spPr>
      </p:pic>
      <p:sp>
        <p:nvSpPr>
          <p:cNvPr id="2" name="화살표: 아래쪽 1">
            <a:extLst>
              <a:ext uri="{FF2B5EF4-FFF2-40B4-BE49-F238E27FC236}">
                <a16:creationId xmlns:a16="http://schemas.microsoft.com/office/drawing/2014/main" id="{69D47CE0-A5BD-9F07-767B-52C479A80CBB}"/>
              </a:ext>
            </a:extLst>
          </p:cNvPr>
          <p:cNvSpPr/>
          <p:nvPr/>
        </p:nvSpPr>
        <p:spPr>
          <a:xfrm>
            <a:off x="7561006" y="4807974"/>
            <a:ext cx="1111046" cy="403123"/>
          </a:xfrm>
          <a:prstGeom prst="down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9925611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8F329F0B-7AEF-44DC-2554-4480E02C73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61187" y="915142"/>
            <a:ext cx="7647224" cy="5942857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F480FC0A-5715-291C-399B-D21D1EBADFE8}"/>
              </a:ext>
            </a:extLst>
          </p:cNvPr>
          <p:cNvSpPr/>
          <p:nvPr/>
        </p:nvSpPr>
        <p:spPr>
          <a:xfrm>
            <a:off x="2930013" y="4277032"/>
            <a:ext cx="6843252" cy="195662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2CCA004-B114-1C11-5690-59638FAD6EDC}"/>
              </a:ext>
            </a:extLst>
          </p:cNvPr>
          <p:cNvSpPr txBox="1"/>
          <p:nvPr/>
        </p:nvSpPr>
        <p:spPr>
          <a:xfrm>
            <a:off x="766917" y="255016"/>
            <a:ext cx="71873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여기서 </a:t>
            </a:r>
            <a:r>
              <a:rPr lang="ko-KR" altLang="en-US" dirty="0" err="1"/>
              <a:t>뒤짚히지</a:t>
            </a:r>
            <a:r>
              <a:rPr lang="ko-KR" altLang="en-US" dirty="0"/>
              <a:t> 않는다면</a:t>
            </a:r>
            <a:r>
              <a:rPr lang="en-US" altLang="ko-KR" dirty="0"/>
              <a:t>, </a:t>
            </a:r>
            <a:r>
              <a:rPr lang="ko-KR" altLang="en-US" dirty="0"/>
              <a:t>다른 곳은 없는데</a:t>
            </a:r>
          </a:p>
        </p:txBody>
      </p:sp>
    </p:spTree>
    <p:extLst>
      <p:ext uri="{BB962C8B-B14F-4D97-AF65-F5344CB8AC3E}">
        <p14:creationId xmlns:p14="http://schemas.microsoft.com/office/powerpoint/2010/main" val="227561978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2AE414-DA08-56A5-139A-1C477B9579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7CCF8F1E-68FB-E090-1BC2-B889B39957D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69435" b="44224"/>
          <a:stretch>
            <a:fillRect/>
          </a:stretch>
        </p:blipFill>
        <p:spPr>
          <a:xfrm>
            <a:off x="6322141" y="3169674"/>
            <a:ext cx="3726426" cy="3612617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8CDFAED8-1EFC-7054-81F3-24847726554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69597" b="44269"/>
          <a:stretch>
            <a:fillRect/>
          </a:stretch>
        </p:blipFill>
        <p:spPr>
          <a:xfrm>
            <a:off x="2487562" y="3105766"/>
            <a:ext cx="3706761" cy="3609669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D6A8B2FA-012C-398D-E2E2-CE833B38A334}"/>
              </a:ext>
            </a:extLst>
          </p:cNvPr>
          <p:cNvSpPr/>
          <p:nvPr/>
        </p:nvSpPr>
        <p:spPr>
          <a:xfrm>
            <a:off x="2812026" y="3937821"/>
            <a:ext cx="3283974" cy="368709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3DF65C96-6F3E-64E0-A7C9-5061C46B4FEB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b="55412"/>
          <a:stretch>
            <a:fillRect/>
          </a:stretch>
        </p:blipFill>
        <p:spPr>
          <a:xfrm>
            <a:off x="1740309" y="833633"/>
            <a:ext cx="8711381" cy="218487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F9717AD-6BA9-6494-5F91-9EF2A1B345EB}"/>
              </a:ext>
            </a:extLst>
          </p:cNvPr>
          <p:cNvSpPr txBox="1"/>
          <p:nvPr/>
        </p:nvSpPr>
        <p:spPr>
          <a:xfrm>
            <a:off x="373626" y="0"/>
            <a:ext cx="57223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정작</a:t>
            </a:r>
            <a:r>
              <a:rPr lang="en-US" altLang="ko-KR" dirty="0"/>
              <a:t>, CSV </a:t>
            </a:r>
            <a:r>
              <a:rPr lang="ko-KR" altLang="en-US" dirty="0"/>
              <a:t>파일들 내용 그대로</a:t>
            </a:r>
            <a:r>
              <a:rPr lang="en-US" altLang="ko-KR" dirty="0"/>
              <a:t>, IMPORT  </a:t>
            </a:r>
            <a:r>
              <a:rPr lang="ko-KR" altLang="en-US" dirty="0"/>
              <a:t>되고 있어</a:t>
            </a:r>
            <a:r>
              <a:rPr lang="en-US" altLang="ko-KR" dirty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04070387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795D325E-3A3A-6F5F-D926-2485EC31D0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84987"/>
            <a:ext cx="12192000" cy="64880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273254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63FFCDF-9A21-1A74-DDF4-394C01D25C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7802BB3-7E66-477E-A5D8-A997302F31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BE42C325-81E0-2A12-164F-B09912FFAB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0"/>
            <a:ext cx="12192000" cy="64770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FFA66B2-0273-6080-EE31-D3F58723AF76}"/>
              </a:ext>
            </a:extLst>
          </p:cNvPr>
          <p:cNvSpPr txBox="1"/>
          <p:nvPr/>
        </p:nvSpPr>
        <p:spPr>
          <a:xfrm>
            <a:off x="0" y="0"/>
            <a:ext cx="26252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ROI=83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462674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F69EA3F-CE81-EA6D-6ADB-33BCDFA8F0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497496A4-B843-AC43-6035-003AE30AA2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0"/>
            <a:ext cx="12192000" cy="64770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6FD3273-CC7D-D848-5A50-14F4DA80CAB6}"/>
              </a:ext>
            </a:extLst>
          </p:cNvPr>
          <p:cNvSpPr txBox="1"/>
          <p:nvPr/>
        </p:nvSpPr>
        <p:spPr>
          <a:xfrm>
            <a:off x="0" y="0"/>
            <a:ext cx="26252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ROI=84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8659980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0ACB91-A1B0-DB00-C608-A00D532D75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294"/>
            <a:ext cx="10596716" cy="677094"/>
          </a:xfrm>
        </p:spPr>
        <p:txBody>
          <a:bodyPr>
            <a:noAutofit/>
          </a:bodyPr>
          <a:lstStyle/>
          <a:p>
            <a:r>
              <a:rPr lang="ko-KR" altLang="en-US" sz="3000" dirty="0"/>
              <a:t>지그재그 </a:t>
            </a:r>
            <a:r>
              <a:rPr lang="en-US" altLang="ko-KR" sz="3000" dirty="0"/>
              <a:t>Abeam </a:t>
            </a:r>
            <a:r>
              <a:rPr lang="ko-KR" altLang="en-US" sz="3000" dirty="0"/>
              <a:t>기록들 </a:t>
            </a:r>
            <a:r>
              <a:rPr lang="en-US" altLang="ko-KR" sz="3000" dirty="0"/>
              <a:t>: </a:t>
            </a:r>
            <a:r>
              <a:rPr lang="ko-KR" altLang="en-US" sz="3000" dirty="0"/>
              <a:t>홀수줄은 </a:t>
            </a:r>
            <a:r>
              <a:rPr lang="en-US" altLang="ko-KR" sz="3000" dirty="0"/>
              <a:t>Col</a:t>
            </a:r>
            <a:r>
              <a:rPr lang="ko-KR" altLang="en-US" sz="3000" dirty="0"/>
              <a:t>기준 </a:t>
            </a:r>
            <a:r>
              <a:rPr lang="ko-KR" altLang="en-US" sz="3000" dirty="0" err="1"/>
              <a:t>뒤짚음</a:t>
            </a:r>
            <a:r>
              <a:rPr lang="ko-KR" altLang="en-US" sz="3000" dirty="0"/>
              <a:t> 필요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0BE2F45F-DC6D-740A-0201-894353572D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070384"/>
            <a:ext cx="10225548" cy="54323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681626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5EEAFF22-5F7A-72CF-20F5-60B7FF3FCB2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3790" b="59374"/>
          <a:stretch>
            <a:fillRect/>
          </a:stretch>
        </p:blipFill>
        <p:spPr>
          <a:xfrm>
            <a:off x="0" y="190500"/>
            <a:ext cx="5633884" cy="2631358"/>
          </a:xfrm>
          <a:prstGeom prst="rect">
            <a:avLst/>
          </a:prstGeom>
          <a:ln>
            <a:solidFill>
              <a:srgbClr val="FF0000"/>
            </a:solidFill>
          </a:ln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7FB91AB8-7D5B-F45D-4B74-ACFFB165249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3790" b="59374"/>
          <a:stretch>
            <a:fillRect/>
          </a:stretch>
        </p:blipFill>
        <p:spPr>
          <a:xfrm>
            <a:off x="157317" y="2113321"/>
            <a:ext cx="5633884" cy="2631358"/>
          </a:xfrm>
          <a:prstGeom prst="rect">
            <a:avLst/>
          </a:prstGeom>
          <a:ln>
            <a:solidFill>
              <a:schemeClr val="accent6"/>
            </a:solidFill>
          </a:ln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C14158DF-0002-8E88-4EFB-CFEDD826A9F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3064" b="59374"/>
          <a:stretch>
            <a:fillRect/>
          </a:stretch>
        </p:blipFill>
        <p:spPr>
          <a:xfrm>
            <a:off x="157317" y="4269044"/>
            <a:ext cx="5722375" cy="2631358"/>
          </a:xfrm>
          <a:prstGeom prst="rect">
            <a:avLst/>
          </a:prstGeom>
          <a:ln>
            <a:solidFill>
              <a:srgbClr val="00B0F0"/>
            </a:solidFill>
          </a:ln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D6800D60-A9DD-7DA3-2231-5D1C2F37AC28}"/>
              </a:ext>
            </a:extLst>
          </p:cNvPr>
          <p:cNvSpPr txBox="1"/>
          <p:nvPr/>
        </p:nvSpPr>
        <p:spPr>
          <a:xfrm>
            <a:off x="5122606" y="189893"/>
            <a:ext cx="511278" cy="3693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rgbClr val="00B0F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/>
              <a:t>8.6</a:t>
            </a:r>
            <a:endParaRPr lang="ko-KR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E1BD890-282C-8F57-B758-9B80CC0183D6}"/>
              </a:ext>
            </a:extLst>
          </p:cNvPr>
          <p:cNvSpPr txBox="1"/>
          <p:nvPr/>
        </p:nvSpPr>
        <p:spPr>
          <a:xfrm>
            <a:off x="5279923" y="2113321"/>
            <a:ext cx="511278" cy="3693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rgbClr val="00B0F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/>
              <a:t>8.6</a:t>
            </a:r>
            <a:endParaRPr lang="ko-KR" alt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F7D6396-0C5A-2344-72FB-65B85389DA52}"/>
              </a:ext>
            </a:extLst>
          </p:cNvPr>
          <p:cNvSpPr txBox="1"/>
          <p:nvPr/>
        </p:nvSpPr>
        <p:spPr>
          <a:xfrm>
            <a:off x="5378245" y="4269044"/>
            <a:ext cx="511278" cy="3693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rgbClr val="00B0F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/>
              <a:t>8.6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07129501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834A26-C8A1-3628-5B3B-EDFE0BC502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77B17021-DBB9-2E46-E859-D8D11A96648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258" b="59526"/>
          <a:stretch>
            <a:fillRect/>
          </a:stretch>
        </p:blipFill>
        <p:spPr>
          <a:xfrm>
            <a:off x="44247" y="72512"/>
            <a:ext cx="6430297" cy="2621526"/>
          </a:xfrm>
          <a:prstGeom prst="rect">
            <a:avLst/>
          </a:prstGeom>
          <a:ln>
            <a:solidFill>
              <a:srgbClr val="FF0000"/>
            </a:solidFill>
          </a:ln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3E9E1BD0-EFA0-59BE-B29F-2B0A7D1366C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532" b="59526"/>
          <a:stretch>
            <a:fillRect/>
          </a:stretch>
        </p:blipFill>
        <p:spPr>
          <a:xfrm>
            <a:off x="44247" y="2694038"/>
            <a:ext cx="6518789" cy="2621526"/>
          </a:xfrm>
          <a:prstGeom prst="rect">
            <a:avLst/>
          </a:prstGeom>
          <a:ln>
            <a:solidFill>
              <a:schemeClr val="accent6"/>
            </a:solidFill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7E7E770-5913-F74C-48D2-56EA75DC6FA8}"/>
              </a:ext>
            </a:extLst>
          </p:cNvPr>
          <p:cNvSpPr txBox="1"/>
          <p:nvPr/>
        </p:nvSpPr>
        <p:spPr>
          <a:xfrm>
            <a:off x="5985389" y="72512"/>
            <a:ext cx="511278" cy="3693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rgbClr val="00B0F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/>
              <a:t>8.6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D145228-B702-B491-84D1-E86077950F04}"/>
              </a:ext>
            </a:extLst>
          </p:cNvPr>
          <p:cNvSpPr txBox="1"/>
          <p:nvPr/>
        </p:nvSpPr>
        <p:spPr>
          <a:xfrm>
            <a:off x="6051758" y="2694038"/>
            <a:ext cx="511278" cy="3693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rgbClr val="00B0F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/>
              <a:t>8.6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00428738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6E136C-6E03-3E42-157A-008C863E2A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D14F1163-491B-9E72-C294-16BB5FFF6EE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8468" t="40626"/>
          <a:stretch>
            <a:fillRect/>
          </a:stretch>
        </p:blipFill>
        <p:spPr>
          <a:xfrm>
            <a:off x="-9832" y="0"/>
            <a:ext cx="6282813" cy="3845642"/>
          </a:xfrm>
          <a:prstGeom prst="rect">
            <a:avLst/>
          </a:prstGeom>
          <a:ln>
            <a:solidFill>
              <a:srgbClr val="FF0000"/>
            </a:solidFill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9D4D91D-5B52-541E-F001-AAB9C639CC0D}"/>
              </a:ext>
            </a:extLst>
          </p:cNvPr>
          <p:cNvSpPr txBox="1"/>
          <p:nvPr/>
        </p:nvSpPr>
        <p:spPr>
          <a:xfrm>
            <a:off x="5761703" y="0"/>
            <a:ext cx="511278" cy="3693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rgbClr val="00B0F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/>
              <a:t>8.6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51913911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81E671-DD46-AE3C-BA3A-9CE60F82B1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051540D9-1C50-1141-027D-ADB5134E247A}"/>
              </a:ext>
            </a:extLst>
          </p:cNvPr>
          <p:cNvSpPr txBox="1"/>
          <p:nvPr/>
        </p:nvSpPr>
        <p:spPr>
          <a:xfrm>
            <a:off x="5122606" y="223759"/>
            <a:ext cx="511278" cy="3693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rgbClr val="00B0F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/>
              <a:t>8.6</a:t>
            </a:r>
            <a:endParaRPr lang="ko-KR" altLang="en-US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CADE172E-FEE7-585E-C93F-F0AAD37A1F5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3145" b="59160"/>
          <a:stretch>
            <a:fillRect/>
          </a:stretch>
        </p:blipFill>
        <p:spPr>
          <a:xfrm>
            <a:off x="34410" y="4344013"/>
            <a:ext cx="5712541" cy="2645180"/>
          </a:xfrm>
          <a:prstGeom prst="rect">
            <a:avLst/>
          </a:prstGeom>
          <a:ln>
            <a:solidFill>
              <a:srgbClr val="00B0F0"/>
            </a:solidFill>
          </a:ln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2501DCAA-0DCC-F1E3-7F0A-89DD78C8C27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3145" b="59160"/>
          <a:stretch>
            <a:fillRect/>
          </a:stretch>
        </p:blipFill>
        <p:spPr>
          <a:xfrm>
            <a:off x="0" y="33866"/>
            <a:ext cx="5712541" cy="2645180"/>
          </a:xfrm>
          <a:prstGeom prst="rect">
            <a:avLst/>
          </a:prstGeom>
          <a:ln>
            <a:solidFill>
              <a:srgbClr val="FF0000"/>
            </a:solidFill>
          </a:ln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E68A281E-9F05-5E33-3871-AC8857DB47C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3145" b="59160"/>
          <a:stretch>
            <a:fillRect/>
          </a:stretch>
        </p:blipFill>
        <p:spPr>
          <a:xfrm>
            <a:off x="17205" y="2475742"/>
            <a:ext cx="5712541" cy="2645180"/>
          </a:xfrm>
          <a:prstGeom prst="rect">
            <a:avLst/>
          </a:prstGeom>
          <a:ln>
            <a:solidFill>
              <a:schemeClr val="accent6"/>
            </a:solidFill>
          </a:ln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46F8B6D5-C26C-14FD-6265-4B52254C5F2C}"/>
              </a:ext>
            </a:extLst>
          </p:cNvPr>
          <p:cNvSpPr txBox="1"/>
          <p:nvPr/>
        </p:nvSpPr>
        <p:spPr>
          <a:xfrm>
            <a:off x="5201263" y="33866"/>
            <a:ext cx="511278" cy="3693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rgbClr val="00B0F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/>
              <a:t>9.1</a:t>
            </a:r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697BB0C-E84A-198D-59E4-BB2BD5CCBF46}"/>
              </a:ext>
            </a:extLst>
          </p:cNvPr>
          <p:cNvSpPr txBox="1"/>
          <p:nvPr/>
        </p:nvSpPr>
        <p:spPr>
          <a:xfrm>
            <a:off x="5184058" y="2658863"/>
            <a:ext cx="511278" cy="3693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rgbClr val="00B0F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/>
              <a:t>9.1</a:t>
            </a:r>
            <a:endParaRPr lang="ko-KR" alt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C0C21F0-7C29-60AC-836D-95ED82029D82}"/>
              </a:ext>
            </a:extLst>
          </p:cNvPr>
          <p:cNvSpPr txBox="1"/>
          <p:nvPr/>
        </p:nvSpPr>
        <p:spPr>
          <a:xfrm>
            <a:off x="5218468" y="4174575"/>
            <a:ext cx="511278" cy="3693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rgbClr val="00B0F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/>
              <a:t>9.1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652402148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D3FBD3-3068-5DCD-DD03-31F9898506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그림 8">
            <a:extLst>
              <a:ext uri="{FF2B5EF4-FFF2-40B4-BE49-F238E27FC236}">
                <a16:creationId xmlns:a16="http://schemas.microsoft.com/office/drawing/2014/main" id="{6A30626C-36D1-0B7B-1FA6-F94BE5B53B9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8770" r="1150" b="59160"/>
          <a:stretch>
            <a:fillRect/>
          </a:stretch>
        </p:blipFill>
        <p:spPr>
          <a:xfrm>
            <a:off x="5928852" y="2482653"/>
            <a:ext cx="6105832" cy="2645180"/>
          </a:xfrm>
          <a:prstGeom prst="rect">
            <a:avLst/>
          </a:prstGeom>
          <a:ln>
            <a:solidFill>
              <a:schemeClr val="accent6"/>
            </a:solidFill>
          </a:ln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5E469EEC-AF6D-BBC2-E22B-3D2AF182647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8769" r="2017" b="59160"/>
          <a:stretch>
            <a:fillRect/>
          </a:stretch>
        </p:blipFill>
        <p:spPr>
          <a:xfrm>
            <a:off x="5946056" y="0"/>
            <a:ext cx="6000137" cy="2645180"/>
          </a:xfrm>
          <a:prstGeom prst="rect">
            <a:avLst/>
          </a:prstGeom>
          <a:ln>
            <a:solidFill>
              <a:srgbClr val="FF0000"/>
            </a:solidFill>
          </a:ln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F5D63756-5674-FA86-BD0D-A82C27388670}"/>
              </a:ext>
            </a:extLst>
          </p:cNvPr>
          <p:cNvSpPr txBox="1"/>
          <p:nvPr/>
        </p:nvSpPr>
        <p:spPr>
          <a:xfrm>
            <a:off x="5946056" y="0"/>
            <a:ext cx="511278" cy="3693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rgbClr val="00B0F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/>
              <a:t>9.1</a:t>
            </a:r>
            <a:endParaRPr lang="ko-KR" alt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C779DC1-B160-6A4C-3ED2-B49ED3B6C7CC}"/>
              </a:ext>
            </a:extLst>
          </p:cNvPr>
          <p:cNvSpPr txBox="1"/>
          <p:nvPr/>
        </p:nvSpPr>
        <p:spPr>
          <a:xfrm>
            <a:off x="5928852" y="2460514"/>
            <a:ext cx="511278" cy="3693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rgbClr val="00B0F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/>
              <a:t>9.1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23492614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B287E1-A7D4-AFFA-A2C9-33F1AF6DC4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85E7609A-61E1-47CB-E247-A590D666E01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8770" t="41211" r="128" b="4513"/>
          <a:stretch>
            <a:fillRect/>
          </a:stretch>
        </p:blipFill>
        <p:spPr>
          <a:xfrm>
            <a:off x="209756" y="2460514"/>
            <a:ext cx="6230374" cy="3515359"/>
          </a:xfrm>
          <a:prstGeom prst="rect">
            <a:avLst/>
          </a:prstGeom>
          <a:ln>
            <a:solidFill>
              <a:schemeClr val="accent6"/>
            </a:solidFill>
          </a:ln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C006A58-36A7-1E00-71CB-14868B8379EE}"/>
              </a:ext>
            </a:extLst>
          </p:cNvPr>
          <p:cNvSpPr txBox="1"/>
          <p:nvPr/>
        </p:nvSpPr>
        <p:spPr>
          <a:xfrm>
            <a:off x="5928852" y="2460514"/>
            <a:ext cx="511278" cy="3693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rgbClr val="00B0F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/>
              <a:t>9.1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13894626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9DDECD-FB34-4E2A-02E4-D45AC0314B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54657B46-D38C-346B-A125-827F57FA2FA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2833" b="58330"/>
          <a:stretch>
            <a:fillRect/>
          </a:stretch>
        </p:blipFill>
        <p:spPr>
          <a:xfrm>
            <a:off x="429178" y="2295145"/>
            <a:ext cx="5750560" cy="2699004"/>
          </a:xfrm>
          <a:prstGeom prst="rect">
            <a:avLst/>
          </a:prstGeom>
          <a:ln>
            <a:solidFill>
              <a:schemeClr val="accent6"/>
            </a:solidFill>
          </a:ln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67588901-C980-583D-77C7-6D193A9A288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2833" b="58625"/>
          <a:stretch>
            <a:fillRect/>
          </a:stretch>
        </p:blipFill>
        <p:spPr>
          <a:xfrm>
            <a:off x="527993" y="4006740"/>
            <a:ext cx="5750560" cy="2679882"/>
          </a:xfrm>
          <a:prstGeom prst="rect">
            <a:avLst/>
          </a:prstGeom>
          <a:ln>
            <a:solidFill>
              <a:srgbClr val="00B0F0"/>
            </a:solidFill>
          </a:ln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7B3D1407-10A1-5DA1-4417-7F1A829B056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3520" b="58625"/>
          <a:stretch>
            <a:fillRect/>
          </a:stretch>
        </p:blipFill>
        <p:spPr>
          <a:xfrm>
            <a:off x="429178" y="109383"/>
            <a:ext cx="5666822" cy="2679882"/>
          </a:xfrm>
          <a:prstGeom prst="rect">
            <a:avLst/>
          </a:prstGeom>
          <a:ln>
            <a:solidFill>
              <a:srgbClr val="FF0000"/>
            </a:solidFill>
          </a:ln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311D681F-6BCE-C612-BAEA-4872BEDB4CE2}"/>
              </a:ext>
            </a:extLst>
          </p:cNvPr>
          <p:cNvSpPr txBox="1"/>
          <p:nvPr/>
        </p:nvSpPr>
        <p:spPr>
          <a:xfrm>
            <a:off x="5584722" y="109383"/>
            <a:ext cx="511278" cy="3693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rgbClr val="00B0F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/>
              <a:t>9.7</a:t>
            </a:r>
            <a:endParaRPr lang="ko-KR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1C720BE-04FD-287A-3DE9-20FA120D4002}"/>
              </a:ext>
            </a:extLst>
          </p:cNvPr>
          <p:cNvSpPr txBox="1"/>
          <p:nvPr/>
        </p:nvSpPr>
        <p:spPr>
          <a:xfrm>
            <a:off x="5668460" y="2295145"/>
            <a:ext cx="511278" cy="3693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rgbClr val="00B0F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/>
              <a:t>9.7</a:t>
            </a:r>
            <a:endParaRPr lang="ko-KR" alt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B696101-570F-F04B-AB67-68449E5FB4DB}"/>
              </a:ext>
            </a:extLst>
          </p:cNvPr>
          <p:cNvSpPr txBox="1"/>
          <p:nvPr/>
        </p:nvSpPr>
        <p:spPr>
          <a:xfrm>
            <a:off x="5767275" y="4008858"/>
            <a:ext cx="511278" cy="3693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rgbClr val="00B0F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/>
              <a:t>9.7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088399314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4143BC-A48A-C611-F38B-88721D78FE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343A094B-434E-D047-B004-C62CA5EE960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8738" r="2229" b="58330"/>
          <a:stretch>
            <a:fillRect/>
          </a:stretch>
        </p:blipFill>
        <p:spPr>
          <a:xfrm>
            <a:off x="6371302" y="2295145"/>
            <a:ext cx="5978013" cy="2699004"/>
          </a:xfrm>
          <a:prstGeom prst="rect">
            <a:avLst/>
          </a:prstGeom>
          <a:ln>
            <a:solidFill>
              <a:schemeClr val="accent6"/>
            </a:solidFill>
          </a:ln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0804F2AB-3C69-E3B4-AC02-E35A2719D40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8738" r="2229" b="58625"/>
          <a:stretch>
            <a:fillRect/>
          </a:stretch>
        </p:blipFill>
        <p:spPr>
          <a:xfrm>
            <a:off x="6371301" y="109383"/>
            <a:ext cx="5978013" cy="2679882"/>
          </a:xfrm>
          <a:prstGeom prst="rect">
            <a:avLst/>
          </a:prstGeom>
          <a:ln>
            <a:solidFill>
              <a:srgbClr val="FF0000"/>
            </a:solidFill>
          </a:ln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566F159-2F1C-57D9-00D1-C7A8F35607B4}"/>
              </a:ext>
            </a:extLst>
          </p:cNvPr>
          <p:cNvSpPr txBox="1"/>
          <p:nvPr/>
        </p:nvSpPr>
        <p:spPr>
          <a:xfrm>
            <a:off x="11838036" y="77363"/>
            <a:ext cx="511278" cy="3693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rgbClr val="00B0F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/>
              <a:t>9.7</a:t>
            </a:r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068A936-2F8A-D344-FDA2-6AC5E9D91E77}"/>
              </a:ext>
            </a:extLst>
          </p:cNvPr>
          <p:cNvSpPr txBox="1"/>
          <p:nvPr/>
        </p:nvSpPr>
        <p:spPr>
          <a:xfrm>
            <a:off x="11838037" y="2314745"/>
            <a:ext cx="511278" cy="3693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rgbClr val="00B0F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/>
              <a:t>9.7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524672981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FAADB3-5602-FE89-C00F-B2B5677BA8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ED0502FB-0B4C-6354-8E66-6A741FB7C6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8590" t="40337" r="1326" b="7428"/>
          <a:stretch>
            <a:fillRect/>
          </a:stretch>
        </p:blipFill>
        <p:spPr>
          <a:xfrm>
            <a:off x="247445" y="383130"/>
            <a:ext cx="6106160" cy="3383280"/>
          </a:xfrm>
          <a:prstGeom prst="rect">
            <a:avLst/>
          </a:prstGeom>
          <a:ln>
            <a:solidFill>
              <a:schemeClr val="accent6"/>
            </a:solidFill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1D9DD28-F292-E91E-9805-1EABCD286665}"/>
              </a:ext>
            </a:extLst>
          </p:cNvPr>
          <p:cNvSpPr txBox="1"/>
          <p:nvPr/>
        </p:nvSpPr>
        <p:spPr>
          <a:xfrm>
            <a:off x="5842327" y="383130"/>
            <a:ext cx="511278" cy="3693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rgbClr val="00B0F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/>
              <a:t>9.7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00446945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F05CF0-4A23-A58B-9F70-E61794DB92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23F6EDD3-02EC-917E-CC23-588D3E81BD2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8590" t="40337" r="1326" b="7428"/>
          <a:stretch>
            <a:fillRect/>
          </a:stretch>
        </p:blipFill>
        <p:spPr>
          <a:xfrm>
            <a:off x="247445" y="383130"/>
            <a:ext cx="6106160" cy="3383280"/>
          </a:xfrm>
          <a:prstGeom prst="rect">
            <a:avLst/>
          </a:prstGeom>
          <a:ln>
            <a:solidFill>
              <a:schemeClr val="accent6"/>
            </a:solidFill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960A63E-9193-5A96-B193-A60EF8C81627}"/>
              </a:ext>
            </a:extLst>
          </p:cNvPr>
          <p:cNvSpPr txBox="1"/>
          <p:nvPr/>
        </p:nvSpPr>
        <p:spPr>
          <a:xfrm>
            <a:off x="5842327" y="383130"/>
            <a:ext cx="511278" cy="3693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rgbClr val="00B0F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/>
              <a:t>9.7</a:t>
            </a:r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8666DC67-0655-9E71-1BC5-61BC6012014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8935" t="5065" b="6282"/>
          <a:stretch>
            <a:fillRect/>
          </a:stretch>
        </p:blipFill>
        <p:spPr>
          <a:xfrm>
            <a:off x="645324" y="1245091"/>
            <a:ext cx="6225786" cy="5742040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CF11441D-7749-3A1F-893D-A328C72E59F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129" t="4496" r="1129" b="6851"/>
          <a:stretch>
            <a:fillRect/>
          </a:stretch>
        </p:blipFill>
        <p:spPr>
          <a:xfrm>
            <a:off x="5982765" y="732831"/>
            <a:ext cx="6430296" cy="57420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6714230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D712E8-9DB5-2C24-7889-DC4162EC42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>
            <a:extLst>
              <a:ext uri="{FF2B5EF4-FFF2-40B4-BE49-F238E27FC236}">
                <a16:creationId xmlns:a16="http://schemas.microsoft.com/office/drawing/2014/main" id="{E6D1C848-8BBF-C9BC-D68D-9D2CF1FA15EC}"/>
              </a:ext>
            </a:extLst>
          </p:cNvPr>
          <p:cNvSpPr txBox="1"/>
          <p:nvPr/>
        </p:nvSpPr>
        <p:spPr>
          <a:xfrm>
            <a:off x="5668460" y="2295145"/>
            <a:ext cx="511278" cy="3693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rgbClr val="00B0F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/>
              <a:t>9.7</a:t>
            </a:r>
            <a:endParaRPr lang="ko-KR" alt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8BF4F99-3FEA-A1C5-19A2-11CC66F1A97C}"/>
              </a:ext>
            </a:extLst>
          </p:cNvPr>
          <p:cNvSpPr txBox="1"/>
          <p:nvPr/>
        </p:nvSpPr>
        <p:spPr>
          <a:xfrm>
            <a:off x="5767275" y="4008858"/>
            <a:ext cx="511278" cy="3693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rgbClr val="00B0F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/>
              <a:t>9.7</a:t>
            </a:r>
            <a:endParaRPr lang="ko-KR" altLang="en-US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5F91A88F-2C80-B80B-9042-7CC90A6DF91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3064" b="58952"/>
          <a:stretch>
            <a:fillRect/>
          </a:stretch>
        </p:blipFill>
        <p:spPr>
          <a:xfrm>
            <a:off x="235975" y="387145"/>
            <a:ext cx="5722375" cy="2658642"/>
          </a:xfrm>
          <a:prstGeom prst="rect">
            <a:avLst/>
          </a:prstGeom>
          <a:ln>
            <a:solidFill>
              <a:srgbClr val="FF0000"/>
            </a:solidFill>
          </a:ln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C232EBD8-1616-15B9-DCB1-B64A2A32212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3064" b="58952"/>
          <a:stretch>
            <a:fillRect/>
          </a:stretch>
        </p:blipFill>
        <p:spPr>
          <a:xfrm>
            <a:off x="1514168" y="2038964"/>
            <a:ext cx="5722375" cy="2658642"/>
          </a:xfrm>
          <a:prstGeom prst="rect">
            <a:avLst/>
          </a:prstGeom>
          <a:ln>
            <a:solidFill>
              <a:schemeClr val="accent6"/>
            </a:solidFill>
          </a:ln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EBF966B4-F791-6AF9-810B-4E3C3A858B3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3064" b="58952"/>
          <a:stretch>
            <a:fillRect/>
          </a:stretch>
        </p:blipFill>
        <p:spPr>
          <a:xfrm>
            <a:off x="4680156" y="3202792"/>
            <a:ext cx="5722375" cy="2658642"/>
          </a:xfrm>
          <a:prstGeom prst="rect">
            <a:avLst/>
          </a:prstGeom>
          <a:ln>
            <a:solidFill>
              <a:srgbClr val="00B0F0"/>
            </a:solidFill>
          </a:ln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CCD99EC3-6463-D9DB-2F03-A7273F74E658}"/>
              </a:ext>
            </a:extLst>
          </p:cNvPr>
          <p:cNvSpPr txBox="1"/>
          <p:nvPr/>
        </p:nvSpPr>
        <p:spPr>
          <a:xfrm>
            <a:off x="5305161" y="387145"/>
            <a:ext cx="653189" cy="3693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rgbClr val="00B0F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/>
              <a:t>10.5</a:t>
            </a:r>
            <a:endParaRPr lang="ko-KR" alt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5A7E334-E5B9-44D4-BD94-AE89A72C86B2}"/>
              </a:ext>
            </a:extLst>
          </p:cNvPr>
          <p:cNvSpPr txBox="1"/>
          <p:nvPr/>
        </p:nvSpPr>
        <p:spPr>
          <a:xfrm>
            <a:off x="6571392" y="2038964"/>
            <a:ext cx="653189" cy="3693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rgbClr val="00B0F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/>
              <a:t>10.5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87469534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0B4C4E-216E-E77D-1016-21E53848D2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A9880E60-F2DA-F50F-7FD3-8E0660B5126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195" r="1934" b="58952"/>
          <a:stretch>
            <a:fillRect/>
          </a:stretch>
        </p:blipFill>
        <p:spPr>
          <a:xfrm>
            <a:off x="6233652" y="387145"/>
            <a:ext cx="5958348" cy="2658642"/>
          </a:xfrm>
          <a:prstGeom prst="rect">
            <a:avLst/>
          </a:prstGeom>
          <a:ln>
            <a:solidFill>
              <a:srgbClr val="FF0000"/>
            </a:solidFill>
          </a:ln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779D8668-A624-2FFF-FD78-4015AD338D7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8630" r="563" b="58952"/>
          <a:stretch>
            <a:fillRect/>
          </a:stretch>
        </p:blipFill>
        <p:spPr>
          <a:xfrm>
            <a:off x="5850194" y="3429000"/>
            <a:ext cx="6194322" cy="2658642"/>
          </a:xfrm>
          <a:prstGeom prst="rect">
            <a:avLst/>
          </a:prstGeom>
          <a:ln>
            <a:solidFill>
              <a:schemeClr val="accent6"/>
            </a:solidFill>
          </a:ln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2BF9A6E-436E-B3C4-C375-11F71B4333CE}"/>
              </a:ext>
            </a:extLst>
          </p:cNvPr>
          <p:cNvSpPr txBox="1"/>
          <p:nvPr/>
        </p:nvSpPr>
        <p:spPr>
          <a:xfrm>
            <a:off x="11538811" y="416035"/>
            <a:ext cx="653189" cy="3693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rgbClr val="00B0F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/>
              <a:t>10.5</a:t>
            </a:r>
            <a:endParaRPr lang="ko-KR" alt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58E6942-3E78-F8FF-DCF2-1BFB53782679}"/>
              </a:ext>
            </a:extLst>
          </p:cNvPr>
          <p:cNvSpPr txBox="1"/>
          <p:nvPr/>
        </p:nvSpPr>
        <p:spPr>
          <a:xfrm>
            <a:off x="11391327" y="3429000"/>
            <a:ext cx="653189" cy="3693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rgbClr val="00B0F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/>
              <a:t>10.5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06351514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536A26-C77A-3623-FF4C-A7C89EC68D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6BEBB628-8EBB-A5DA-8B12-B9E795ED841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8630" t="43272" r="563" b="4805"/>
          <a:stretch>
            <a:fillRect/>
          </a:stretch>
        </p:blipFill>
        <p:spPr>
          <a:xfrm>
            <a:off x="285136" y="2987040"/>
            <a:ext cx="6194322" cy="3362959"/>
          </a:xfrm>
          <a:prstGeom prst="rect">
            <a:avLst/>
          </a:prstGeom>
          <a:ln>
            <a:solidFill>
              <a:schemeClr val="accent6"/>
            </a:solidFill>
          </a:ln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6820D5F-4D0B-020F-51DE-E66582C0EF10}"/>
              </a:ext>
            </a:extLst>
          </p:cNvPr>
          <p:cNvSpPr txBox="1"/>
          <p:nvPr/>
        </p:nvSpPr>
        <p:spPr>
          <a:xfrm>
            <a:off x="5826269" y="2987040"/>
            <a:ext cx="653189" cy="3693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rgbClr val="00B0F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/>
              <a:t>10.5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37006544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3B1BFF-A65C-9EA1-18EE-D3DB432870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7">
            <a:extLst>
              <a:ext uri="{FF2B5EF4-FFF2-40B4-BE49-F238E27FC236}">
                <a16:creationId xmlns:a16="http://schemas.microsoft.com/office/drawing/2014/main" id="{316AC6AA-3D04-5581-89A6-C9196EE48492}"/>
              </a:ext>
            </a:extLst>
          </p:cNvPr>
          <p:cNvSpPr txBox="1"/>
          <p:nvPr/>
        </p:nvSpPr>
        <p:spPr>
          <a:xfrm>
            <a:off x="5767275" y="4008858"/>
            <a:ext cx="511278" cy="3693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rgbClr val="00B0F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/>
              <a:t>9.7</a:t>
            </a:r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3911E171-BDCD-0BC8-5D78-FBF17033201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3064" b="58952"/>
          <a:stretch>
            <a:fillRect/>
          </a:stretch>
        </p:blipFill>
        <p:spPr>
          <a:xfrm>
            <a:off x="235975" y="254811"/>
            <a:ext cx="5722375" cy="2658642"/>
          </a:xfrm>
          <a:prstGeom prst="rect">
            <a:avLst/>
          </a:prstGeom>
          <a:ln>
            <a:solidFill>
              <a:srgbClr val="FF0000"/>
            </a:solidFill>
          </a:ln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769A47A6-93E0-7751-5428-52D3ED1EDCA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3064" b="58952"/>
          <a:stretch>
            <a:fillRect/>
          </a:stretch>
        </p:blipFill>
        <p:spPr>
          <a:xfrm>
            <a:off x="707268" y="2249226"/>
            <a:ext cx="5722375" cy="2658642"/>
          </a:xfrm>
          <a:prstGeom prst="rect">
            <a:avLst/>
          </a:prstGeom>
          <a:ln>
            <a:solidFill>
              <a:schemeClr val="accent6"/>
            </a:solidFill>
          </a:ln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F3EEB3BA-ED99-EBE4-26A1-45C74BBB4A2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3064" b="58952"/>
          <a:stretch>
            <a:fillRect/>
          </a:stretch>
        </p:blipFill>
        <p:spPr>
          <a:xfrm>
            <a:off x="952091" y="3944548"/>
            <a:ext cx="5722375" cy="2658642"/>
          </a:xfrm>
          <a:prstGeom prst="rect">
            <a:avLst/>
          </a:prstGeom>
          <a:ln>
            <a:solidFill>
              <a:srgbClr val="00B0F0"/>
            </a:solidFill>
          </a:ln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0FED3E03-AA55-84C4-3F21-B9F2BA0EDE27}"/>
              </a:ext>
            </a:extLst>
          </p:cNvPr>
          <p:cNvSpPr txBox="1"/>
          <p:nvPr/>
        </p:nvSpPr>
        <p:spPr>
          <a:xfrm>
            <a:off x="5305161" y="254811"/>
            <a:ext cx="653189" cy="3693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rgbClr val="00B0F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/>
              <a:t>11.3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575140975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8D8F14-7973-5F38-2D7A-B84809DC15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C84B17A2-3F9B-8198-DCB9-9CC33EF857C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195" r="1267" b="58952"/>
          <a:stretch>
            <a:fillRect/>
          </a:stretch>
        </p:blipFill>
        <p:spPr>
          <a:xfrm>
            <a:off x="6096000" y="254811"/>
            <a:ext cx="6039628" cy="2658642"/>
          </a:xfrm>
          <a:prstGeom prst="rect">
            <a:avLst/>
          </a:prstGeom>
          <a:ln>
            <a:solidFill>
              <a:srgbClr val="FF0000"/>
            </a:solidFill>
          </a:ln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23DFE663-647E-80AE-57D5-3EDFEC7B53F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117" r="2050" b="58952"/>
          <a:stretch>
            <a:fillRect/>
          </a:stretch>
        </p:blipFill>
        <p:spPr>
          <a:xfrm>
            <a:off x="5958350" y="3429000"/>
            <a:ext cx="5953760" cy="2658642"/>
          </a:xfrm>
          <a:prstGeom prst="rect">
            <a:avLst/>
          </a:prstGeom>
          <a:ln>
            <a:solidFill>
              <a:schemeClr val="accent6"/>
            </a:solidFill>
          </a:ln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29D0235-B3CF-157F-3230-CCEA21481EF2}"/>
              </a:ext>
            </a:extLst>
          </p:cNvPr>
          <p:cNvSpPr txBox="1"/>
          <p:nvPr/>
        </p:nvSpPr>
        <p:spPr>
          <a:xfrm>
            <a:off x="5305161" y="254811"/>
            <a:ext cx="653189" cy="3693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rgbClr val="00B0F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/>
              <a:t>11.3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502429877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D91659-D358-D5CF-5F35-E8CB4F9D0A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6333F696-106B-4574-BB88-EBAEDFFB73B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195" t="43125" r="1267" b="4168"/>
          <a:stretch>
            <a:fillRect/>
          </a:stretch>
        </p:blipFill>
        <p:spPr>
          <a:xfrm>
            <a:off x="6096000" y="121920"/>
            <a:ext cx="6039628" cy="3413759"/>
          </a:xfrm>
          <a:prstGeom prst="rect">
            <a:avLst/>
          </a:prstGeom>
          <a:ln>
            <a:solidFill>
              <a:srgbClr val="FF0000"/>
            </a:solidFill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F1C6FEA-CBC7-F041-03F7-933912F5CD12}"/>
              </a:ext>
            </a:extLst>
          </p:cNvPr>
          <p:cNvSpPr txBox="1"/>
          <p:nvPr/>
        </p:nvSpPr>
        <p:spPr>
          <a:xfrm>
            <a:off x="5305161" y="254811"/>
            <a:ext cx="653189" cy="3693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rgbClr val="00B0F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/>
              <a:t>11.3</a:t>
            </a:r>
            <a:endParaRPr lang="ko-KR" altLang="en-US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692A5A6F-7D73-5A26-870D-CF05301E6AC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8776" t="4042" r="1686" b="5009"/>
          <a:stretch>
            <a:fillRect/>
          </a:stretch>
        </p:blipFill>
        <p:spPr>
          <a:xfrm>
            <a:off x="56372" y="845328"/>
            <a:ext cx="6039628" cy="58907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9363796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62B187-034A-1A6D-1039-3B5E22A47C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2F8EE181-4B75-6527-8855-8F4A2D681AE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3185" b="60071"/>
          <a:stretch>
            <a:fillRect/>
          </a:stretch>
        </p:blipFill>
        <p:spPr>
          <a:xfrm>
            <a:off x="2624558" y="1607306"/>
            <a:ext cx="5707625" cy="2586218"/>
          </a:xfrm>
          <a:prstGeom prst="rect">
            <a:avLst/>
          </a:prstGeom>
          <a:ln>
            <a:solidFill>
              <a:schemeClr val="accent6"/>
            </a:solidFill>
          </a:ln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F8D2EABD-74F2-9FEC-85B7-6A5A25A10B1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3185" b="58348"/>
          <a:stretch>
            <a:fillRect/>
          </a:stretch>
        </p:blipFill>
        <p:spPr>
          <a:xfrm>
            <a:off x="5478370" y="3901797"/>
            <a:ext cx="5707625" cy="2697793"/>
          </a:xfrm>
          <a:prstGeom prst="rect">
            <a:avLst/>
          </a:prstGeom>
          <a:ln>
            <a:solidFill>
              <a:srgbClr val="00B0F0"/>
            </a:solidFill>
          </a:ln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8BB6AA02-9958-06C2-992F-92461887333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3186" b="58348"/>
          <a:stretch>
            <a:fillRect/>
          </a:stretch>
        </p:blipFill>
        <p:spPr>
          <a:xfrm>
            <a:off x="167805" y="37843"/>
            <a:ext cx="5707625" cy="2697793"/>
          </a:xfrm>
          <a:prstGeom prst="rect">
            <a:avLst/>
          </a:prstGeom>
          <a:ln>
            <a:solidFill>
              <a:srgbClr val="FF0000"/>
            </a:solidFill>
          </a:ln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E4C01DEF-6105-8D1D-74DD-1C7979036909}"/>
              </a:ext>
            </a:extLst>
          </p:cNvPr>
          <p:cNvSpPr txBox="1"/>
          <p:nvPr/>
        </p:nvSpPr>
        <p:spPr>
          <a:xfrm>
            <a:off x="5222241" y="37843"/>
            <a:ext cx="653189" cy="3693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rgbClr val="00B0F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/>
              <a:t>13.1</a:t>
            </a:r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E6CE2EC-34E4-387D-0F7B-C0399FEE9DD6}"/>
              </a:ext>
            </a:extLst>
          </p:cNvPr>
          <p:cNvSpPr txBox="1"/>
          <p:nvPr/>
        </p:nvSpPr>
        <p:spPr>
          <a:xfrm>
            <a:off x="7678993" y="1607306"/>
            <a:ext cx="653189" cy="3693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rgbClr val="00B0F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/>
              <a:t>13.1</a:t>
            </a:r>
            <a:endParaRPr lang="ko-KR" alt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BA373F1-22D0-BFB1-5931-E6464D662563}"/>
              </a:ext>
            </a:extLst>
          </p:cNvPr>
          <p:cNvSpPr txBox="1"/>
          <p:nvPr/>
        </p:nvSpPr>
        <p:spPr>
          <a:xfrm>
            <a:off x="10566562" y="3901797"/>
            <a:ext cx="653189" cy="3693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rgbClr val="00B0F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/>
              <a:t>13.1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64406016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3D3FE1-6F9B-9200-5DE6-DC207437E1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003FD60E-A7CB-C38E-0E78-A8E8A06BADE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8958" r="2413" b="60071"/>
          <a:stretch>
            <a:fillRect/>
          </a:stretch>
        </p:blipFill>
        <p:spPr>
          <a:xfrm>
            <a:off x="6263148" y="3809732"/>
            <a:ext cx="5928852" cy="2586218"/>
          </a:xfrm>
          <a:prstGeom prst="rect">
            <a:avLst/>
          </a:prstGeom>
          <a:ln>
            <a:solidFill>
              <a:schemeClr val="accent6"/>
            </a:solidFill>
          </a:ln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95E9C82A-9E48-87FA-8B48-F5430A7CC48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8623" r="1378" b="58348"/>
          <a:stretch>
            <a:fillRect/>
          </a:stretch>
        </p:blipFill>
        <p:spPr>
          <a:xfrm>
            <a:off x="6096000" y="37843"/>
            <a:ext cx="6096000" cy="2697793"/>
          </a:xfrm>
          <a:prstGeom prst="rect">
            <a:avLst/>
          </a:prstGeom>
          <a:ln>
            <a:solidFill>
              <a:srgbClr val="FF0000"/>
            </a:solidFill>
          </a:ln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D54A41AB-2172-606D-623F-5EFDDB197327}"/>
              </a:ext>
            </a:extLst>
          </p:cNvPr>
          <p:cNvSpPr txBox="1"/>
          <p:nvPr/>
        </p:nvSpPr>
        <p:spPr>
          <a:xfrm>
            <a:off x="5222241" y="37843"/>
            <a:ext cx="653189" cy="3693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rgbClr val="00B0F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/>
              <a:t>13.1</a:t>
            </a:r>
            <a:endParaRPr lang="ko-KR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78B6DC6-197D-1D46-4607-DB47DC8F9D17}"/>
              </a:ext>
            </a:extLst>
          </p:cNvPr>
          <p:cNvSpPr txBox="1"/>
          <p:nvPr/>
        </p:nvSpPr>
        <p:spPr>
          <a:xfrm>
            <a:off x="5348748" y="3809732"/>
            <a:ext cx="653189" cy="3693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rgbClr val="00B0F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/>
              <a:t>13.1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031877161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E1195C-06F5-9313-F03D-9E6C57B5EA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6ED0FF11-CF89-D9FC-C4E4-BF8983B64D5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8958" t="43424" r="1821" b="6694"/>
          <a:stretch>
            <a:fillRect/>
          </a:stretch>
        </p:blipFill>
        <p:spPr>
          <a:xfrm>
            <a:off x="1720644" y="3515360"/>
            <a:ext cx="6000955" cy="3230880"/>
          </a:xfrm>
          <a:prstGeom prst="rect">
            <a:avLst/>
          </a:prstGeom>
          <a:ln>
            <a:solidFill>
              <a:schemeClr val="accent6"/>
            </a:solidFill>
          </a:ln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E851178-3764-3636-1E82-867D9C15F32E}"/>
              </a:ext>
            </a:extLst>
          </p:cNvPr>
          <p:cNvSpPr txBox="1"/>
          <p:nvPr/>
        </p:nvSpPr>
        <p:spPr>
          <a:xfrm>
            <a:off x="1641987" y="3515360"/>
            <a:ext cx="653189" cy="3693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rgbClr val="00B0F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/>
              <a:t>13.1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10675997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09A254-31C1-F27B-5F7F-99F3E883A6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04B94B68-69BF-28F1-0CEC-05AE5C38017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8958" t="43424" r="1821" b="6694"/>
          <a:stretch>
            <a:fillRect/>
          </a:stretch>
        </p:blipFill>
        <p:spPr>
          <a:xfrm>
            <a:off x="281858" y="53094"/>
            <a:ext cx="6000955" cy="3230880"/>
          </a:xfrm>
          <a:prstGeom prst="rect">
            <a:avLst/>
          </a:prstGeom>
          <a:ln>
            <a:solidFill>
              <a:schemeClr val="accent6"/>
            </a:solidFill>
          </a:ln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03AE78E-9601-96A1-5955-B2BA9486C2D3}"/>
              </a:ext>
            </a:extLst>
          </p:cNvPr>
          <p:cNvSpPr txBox="1"/>
          <p:nvPr/>
        </p:nvSpPr>
        <p:spPr>
          <a:xfrm>
            <a:off x="203201" y="53094"/>
            <a:ext cx="653189" cy="3693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rgbClr val="00B0F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/>
              <a:t>13.1</a:t>
            </a:r>
            <a:endParaRPr lang="ko-KR" altLang="en-US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18E5323C-4730-8328-AB8B-359E4EB71C7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113" t="40625" r="888" b="8217"/>
          <a:stretch>
            <a:fillRect/>
          </a:stretch>
        </p:blipFill>
        <p:spPr>
          <a:xfrm>
            <a:off x="5892798" y="3283974"/>
            <a:ext cx="6096001" cy="33134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9406887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직사각형 27">
            <a:extLst>
              <a:ext uri="{FF2B5EF4-FFF2-40B4-BE49-F238E27FC236}">
                <a16:creationId xmlns:a16="http://schemas.microsoft.com/office/drawing/2014/main" id="{1F9BA766-F7CC-2BB9-F967-6F48EA8B1808}"/>
              </a:ext>
            </a:extLst>
          </p:cNvPr>
          <p:cNvSpPr/>
          <p:nvPr/>
        </p:nvSpPr>
        <p:spPr>
          <a:xfrm>
            <a:off x="-457201" y="-432486"/>
            <a:ext cx="15836537" cy="993483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BE2372E0-5262-2D6B-A84E-B141BE03677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99" t="17248" r="53790" b="59374"/>
          <a:stretch>
            <a:fillRect/>
          </a:stretch>
        </p:blipFill>
        <p:spPr>
          <a:xfrm>
            <a:off x="511728" y="-282081"/>
            <a:ext cx="4878069" cy="1514168"/>
          </a:xfrm>
          <a:prstGeom prst="rect">
            <a:avLst/>
          </a:prstGeom>
          <a:ln>
            <a:solidFill>
              <a:schemeClr val="bg1"/>
            </a:solidFill>
          </a:ln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A9AADE0-788D-CE46-0D6D-611D04F8FB93}"/>
              </a:ext>
            </a:extLst>
          </p:cNvPr>
          <p:cNvSpPr txBox="1"/>
          <p:nvPr/>
        </p:nvSpPr>
        <p:spPr>
          <a:xfrm>
            <a:off x="-222830" y="81116"/>
            <a:ext cx="655901" cy="646331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8.6mm</a:t>
            </a:r>
            <a:endParaRPr lang="ko-KR" altLang="en-US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7D9CD27E-104E-73D2-9041-94A81008EF5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200" t="17462" r="53145" b="59160"/>
          <a:stretch>
            <a:fillRect/>
          </a:stretch>
        </p:blipFill>
        <p:spPr>
          <a:xfrm>
            <a:off x="511728" y="1331532"/>
            <a:ext cx="4956726" cy="1514168"/>
          </a:xfrm>
          <a:prstGeom prst="rect">
            <a:avLst/>
          </a:prstGeom>
          <a:ln>
            <a:solidFill>
              <a:schemeClr val="bg1"/>
            </a:solidFill>
          </a:ln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3669C47D-29EC-8BBD-7A5B-2AB58DD6D9AD}"/>
              </a:ext>
            </a:extLst>
          </p:cNvPr>
          <p:cNvSpPr txBox="1"/>
          <p:nvPr/>
        </p:nvSpPr>
        <p:spPr>
          <a:xfrm>
            <a:off x="-151481" y="1701754"/>
            <a:ext cx="642302" cy="646331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9.1</a:t>
            </a:r>
          </a:p>
          <a:p>
            <a:pPr algn="ctr"/>
            <a:r>
              <a:rPr lang="en-US" altLang="ko-KR" dirty="0"/>
              <a:t>mm</a:t>
            </a:r>
            <a:endParaRPr lang="ko-KR" altLang="en-US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D6572E1C-3D00-9380-3E5C-959142AA8ED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469" t="17177" r="53521" b="58625"/>
          <a:stretch>
            <a:fillRect/>
          </a:stretch>
        </p:blipFill>
        <p:spPr>
          <a:xfrm>
            <a:off x="502904" y="2945145"/>
            <a:ext cx="4878069" cy="1567362"/>
          </a:xfrm>
          <a:prstGeom prst="rect">
            <a:avLst/>
          </a:prstGeom>
          <a:ln>
            <a:solidFill>
              <a:schemeClr val="bg1"/>
            </a:solidFill>
          </a:ln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B4163E04-777F-6079-F8E0-858AB92CA5EA}"/>
              </a:ext>
            </a:extLst>
          </p:cNvPr>
          <p:cNvSpPr txBox="1"/>
          <p:nvPr/>
        </p:nvSpPr>
        <p:spPr>
          <a:xfrm>
            <a:off x="-125486" y="3322392"/>
            <a:ext cx="616307" cy="646331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9.7</a:t>
            </a:r>
          </a:p>
          <a:p>
            <a:pPr algn="ctr"/>
            <a:r>
              <a:rPr lang="en-US" altLang="ko-KR" dirty="0"/>
              <a:t>mm</a:t>
            </a:r>
            <a:endParaRPr lang="ko-KR" altLang="en-US" dirty="0"/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FBAF2758-53F8-C45B-07B5-13A7BC91627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280" t="17602" r="53064" b="58952"/>
          <a:stretch>
            <a:fillRect/>
          </a:stretch>
        </p:blipFill>
        <p:spPr>
          <a:xfrm>
            <a:off x="511728" y="4611952"/>
            <a:ext cx="4956726" cy="1518600"/>
          </a:xfrm>
          <a:prstGeom prst="rect">
            <a:avLst/>
          </a:prstGeom>
          <a:ln>
            <a:solidFill>
              <a:schemeClr val="bg1"/>
            </a:solidFill>
          </a:ln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998407C4-D951-F6B6-467E-629723314F07}"/>
              </a:ext>
            </a:extLst>
          </p:cNvPr>
          <p:cNvSpPr txBox="1"/>
          <p:nvPr/>
        </p:nvSpPr>
        <p:spPr>
          <a:xfrm>
            <a:off x="-113869" y="4880137"/>
            <a:ext cx="653189" cy="646331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10.5</a:t>
            </a:r>
          </a:p>
          <a:p>
            <a:pPr algn="ctr"/>
            <a:r>
              <a:rPr lang="en-US" altLang="ko-KR" dirty="0"/>
              <a:t>mm</a:t>
            </a:r>
            <a:endParaRPr lang="ko-KR" altLang="en-US" dirty="0"/>
          </a:p>
        </p:txBody>
      </p:sp>
      <p:pic>
        <p:nvPicPr>
          <p:cNvPr id="21" name="그림 20">
            <a:extLst>
              <a:ext uri="{FF2B5EF4-FFF2-40B4-BE49-F238E27FC236}">
                <a16:creationId xmlns:a16="http://schemas.microsoft.com/office/drawing/2014/main" id="{10FA2ED1-F3F5-2EF8-70CD-9A022928A94F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207" t="17670" r="53064" b="58953"/>
          <a:stretch>
            <a:fillRect/>
          </a:stretch>
        </p:blipFill>
        <p:spPr>
          <a:xfrm>
            <a:off x="502904" y="6205518"/>
            <a:ext cx="4965550" cy="1514169"/>
          </a:xfrm>
          <a:prstGeom prst="rect">
            <a:avLst/>
          </a:prstGeom>
          <a:ln>
            <a:solidFill>
              <a:schemeClr val="bg1"/>
            </a:solidFill>
          </a:ln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0E0A60F6-466A-21A3-76D9-07EA7B458F4B}"/>
              </a:ext>
            </a:extLst>
          </p:cNvPr>
          <p:cNvSpPr txBox="1"/>
          <p:nvPr/>
        </p:nvSpPr>
        <p:spPr>
          <a:xfrm>
            <a:off x="-104274" y="6437882"/>
            <a:ext cx="653189" cy="646331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11.3</a:t>
            </a:r>
          </a:p>
          <a:p>
            <a:pPr algn="ctr"/>
            <a:r>
              <a:rPr lang="en-US" altLang="ko-KR" dirty="0"/>
              <a:t>mm</a:t>
            </a:r>
            <a:endParaRPr lang="ko-KR" altLang="en-US" dirty="0"/>
          </a:p>
        </p:txBody>
      </p:sp>
      <p:pic>
        <p:nvPicPr>
          <p:cNvPr id="25" name="그림 24">
            <a:extLst>
              <a:ext uri="{FF2B5EF4-FFF2-40B4-BE49-F238E27FC236}">
                <a16:creationId xmlns:a16="http://schemas.microsoft.com/office/drawing/2014/main" id="{C47CA873-A0C2-71A3-E71C-BEA7DFDEEC4C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59" t="17453" r="53186" b="58348"/>
          <a:stretch>
            <a:fillRect/>
          </a:stretch>
        </p:blipFill>
        <p:spPr>
          <a:xfrm>
            <a:off x="511728" y="7789111"/>
            <a:ext cx="4956726" cy="1567362"/>
          </a:xfrm>
          <a:prstGeom prst="rect">
            <a:avLst/>
          </a:prstGeom>
          <a:ln>
            <a:solidFill>
              <a:schemeClr val="bg1"/>
            </a:solidFill>
          </a:ln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2140A768-26D5-0B9D-C630-31831F6D940B}"/>
              </a:ext>
            </a:extLst>
          </p:cNvPr>
          <p:cNvSpPr txBox="1"/>
          <p:nvPr/>
        </p:nvSpPr>
        <p:spPr>
          <a:xfrm>
            <a:off x="-113869" y="8075571"/>
            <a:ext cx="653189" cy="646331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13.1</a:t>
            </a:r>
          </a:p>
          <a:p>
            <a:pPr algn="ctr"/>
            <a:r>
              <a:rPr lang="en-US" altLang="ko-KR" dirty="0"/>
              <a:t>mm</a:t>
            </a:r>
            <a:endParaRPr lang="ko-KR" altLang="en-US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158FA1F8-613D-3605-A242-7AF960EFE8AC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99" t="17248" r="53790" b="59374"/>
          <a:stretch>
            <a:fillRect/>
          </a:stretch>
        </p:blipFill>
        <p:spPr>
          <a:xfrm>
            <a:off x="5468454" y="-308678"/>
            <a:ext cx="4878069" cy="1514169"/>
          </a:xfrm>
          <a:prstGeom prst="rect">
            <a:avLst/>
          </a:prstGeom>
          <a:ln>
            <a:solidFill>
              <a:schemeClr val="bg1"/>
            </a:solidFill>
          </a:ln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4B147093-44A5-8038-1294-64D3F37E4A6C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280" t="17180" r="53064" b="59374"/>
          <a:stretch>
            <a:fillRect/>
          </a:stretch>
        </p:blipFill>
        <p:spPr>
          <a:xfrm>
            <a:off x="10346523" y="-328834"/>
            <a:ext cx="4956726" cy="1518601"/>
          </a:xfrm>
          <a:prstGeom prst="rect">
            <a:avLst/>
          </a:prstGeom>
          <a:ln>
            <a:solidFill>
              <a:schemeClr val="bg1"/>
            </a:solidFill>
          </a:ln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3494ABB8-39F6-E108-2A91-B7671545DC3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8469" t="40627" r="910" b="6735"/>
          <a:stretch>
            <a:fillRect/>
          </a:stretch>
        </p:blipFill>
        <p:spPr>
          <a:xfrm>
            <a:off x="6006570" y="2571171"/>
            <a:ext cx="8833895" cy="4879953"/>
          </a:xfrm>
          <a:prstGeom prst="rect">
            <a:avLst/>
          </a:prstGeom>
          <a:ln>
            <a:solidFill>
              <a:schemeClr val="bg1"/>
            </a:solidFill>
          </a:ln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E5D800A3-D302-0711-591E-D8BF95AEFD10}"/>
              </a:ext>
            </a:extLst>
          </p:cNvPr>
          <p:cNvSpPr txBox="1"/>
          <p:nvPr/>
        </p:nvSpPr>
        <p:spPr>
          <a:xfrm>
            <a:off x="1845477" y="-161583"/>
            <a:ext cx="861928" cy="32316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500" dirty="0"/>
              <a:t>(60,180)</a:t>
            </a:r>
            <a:endParaRPr lang="ko-KR" altLang="en-US" sz="15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22F23F1-F2E3-6F78-32D7-71C6E7D4F11D}"/>
              </a:ext>
            </a:extLst>
          </p:cNvPr>
          <p:cNvSpPr txBox="1"/>
          <p:nvPr/>
        </p:nvSpPr>
        <p:spPr>
          <a:xfrm>
            <a:off x="7154510" y="-161583"/>
            <a:ext cx="861928" cy="32316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500" dirty="0"/>
              <a:t>(80,180)</a:t>
            </a:r>
            <a:endParaRPr lang="ko-KR" altLang="en-US" sz="15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C055A70-F69B-25DB-9C69-A059F8C0BBCA}"/>
              </a:ext>
            </a:extLst>
          </p:cNvPr>
          <p:cNvSpPr txBox="1"/>
          <p:nvPr/>
        </p:nvSpPr>
        <p:spPr>
          <a:xfrm>
            <a:off x="12676608" y="-242049"/>
            <a:ext cx="861928" cy="32316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500" dirty="0"/>
              <a:t>(80,222)</a:t>
            </a:r>
            <a:endParaRPr lang="ko-KR" altLang="en-US" sz="1500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C2E6FE3-9904-C652-24FE-30E7238110D8}"/>
              </a:ext>
            </a:extLst>
          </p:cNvPr>
          <p:cNvSpPr txBox="1"/>
          <p:nvPr/>
        </p:nvSpPr>
        <p:spPr>
          <a:xfrm>
            <a:off x="8843520" y="3956366"/>
            <a:ext cx="861928" cy="32316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500" dirty="0"/>
              <a:t>(60,180)</a:t>
            </a:r>
            <a:endParaRPr lang="ko-KR" altLang="en-US" sz="1500" dirty="0"/>
          </a:p>
        </p:txBody>
      </p:sp>
      <p:cxnSp>
        <p:nvCxnSpPr>
          <p:cNvPr id="32" name="직선 연결선 31">
            <a:extLst>
              <a:ext uri="{FF2B5EF4-FFF2-40B4-BE49-F238E27FC236}">
                <a16:creationId xmlns:a16="http://schemas.microsoft.com/office/drawing/2014/main" id="{3FFD7247-E4A2-072F-6BBE-DA8EBDAB2FC3}"/>
              </a:ext>
            </a:extLst>
          </p:cNvPr>
          <p:cNvCxnSpPr/>
          <p:nvPr/>
        </p:nvCxnSpPr>
        <p:spPr>
          <a:xfrm>
            <a:off x="6610865" y="4974076"/>
            <a:ext cx="7871254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AC252EEE-50B5-23B3-3441-77C29FEA4A3C}"/>
              </a:ext>
            </a:extLst>
          </p:cNvPr>
          <p:cNvSpPr txBox="1"/>
          <p:nvPr/>
        </p:nvSpPr>
        <p:spPr>
          <a:xfrm>
            <a:off x="8843520" y="5122547"/>
            <a:ext cx="861928" cy="32316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500" dirty="0"/>
              <a:t>(80,180)</a:t>
            </a:r>
            <a:endParaRPr lang="ko-KR" altLang="en-US" sz="1500" dirty="0"/>
          </a:p>
        </p:txBody>
      </p:sp>
      <p:cxnSp>
        <p:nvCxnSpPr>
          <p:cNvPr id="36" name="직선 연결선 35">
            <a:extLst>
              <a:ext uri="{FF2B5EF4-FFF2-40B4-BE49-F238E27FC236}">
                <a16:creationId xmlns:a16="http://schemas.microsoft.com/office/drawing/2014/main" id="{3C5EB27C-B084-D491-80A8-F6C91FFF4FE7}"/>
              </a:ext>
            </a:extLst>
          </p:cNvPr>
          <p:cNvCxnSpPr/>
          <p:nvPr/>
        </p:nvCxnSpPr>
        <p:spPr>
          <a:xfrm flipV="1">
            <a:off x="10700951" y="2945145"/>
            <a:ext cx="0" cy="4139068"/>
          </a:xfrm>
          <a:prstGeom prst="line">
            <a:avLst/>
          </a:prstGeom>
          <a:ln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273D40F8-A80F-AEC4-19E9-72A1ADE5CBD0}"/>
              </a:ext>
            </a:extLst>
          </p:cNvPr>
          <p:cNvSpPr txBox="1"/>
          <p:nvPr/>
        </p:nvSpPr>
        <p:spPr>
          <a:xfrm>
            <a:off x="10895585" y="5111537"/>
            <a:ext cx="861928" cy="32316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500" dirty="0"/>
              <a:t>(80,222)</a:t>
            </a:r>
            <a:endParaRPr lang="ko-KR" altLang="en-US" sz="1500" dirty="0"/>
          </a:p>
        </p:txBody>
      </p:sp>
      <p:sp>
        <p:nvSpPr>
          <p:cNvPr id="39" name="타원 38">
            <a:extLst>
              <a:ext uri="{FF2B5EF4-FFF2-40B4-BE49-F238E27FC236}">
                <a16:creationId xmlns:a16="http://schemas.microsoft.com/office/drawing/2014/main" id="{BDC3F343-D82E-1AFE-D686-4F3E367634EA}"/>
              </a:ext>
            </a:extLst>
          </p:cNvPr>
          <p:cNvSpPr/>
          <p:nvPr/>
        </p:nvSpPr>
        <p:spPr>
          <a:xfrm>
            <a:off x="9811265" y="4399005"/>
            <a:ext cx="135922" cy="113498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타원 40">
            <a:extLst>
              <a:ext uri="{FF2B5EF4-FFF2-40B4-BE49-F238E27FC236}">
                <a16:creationId xmlns:a16="http://schemas.microsoft.com/office/drawing/2014/main" id="{A8582502-D641-F17D-E39D-41C882388F10}"/>
              </a:ext>
            </a:extLst>
          </p:cNvPr>
          <p:cNvSpPr/>
          <p:nvPr/>
        </p:nvSpPr>
        <p:spPr>
          <a:xfrm>
            <a:off x="9827739" y="4897399"/>
            <a:ext cx="135922" cy="113498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212065F4-9FD4-1E7D-2E10-9A4E587F1F80}"/>
              </a:ext>
            </a:extLst>
          </p:cNvPr>
          <p:cNvSpPr/>
          <p:nvPr/>
        </p:nvSpPr>
        <p:spPr>
          <a:xfrm>
            <a:off x="10622693" y="4913874"/>
            <a:ext cx="135922" cy="113498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71047022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5B8D91D0-916A-5BE8-8FE5-B908E595235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82" t="78960" r="417"/>
          <a:stretch>
            <a:fillRect/>
          </a:stretch>
        </p:blipFill>
        <p:spPr>
          <a:xfrm>
            <a:off x="-34504" y="4500490"/>
            <a:ext cx="12226504" cy="666659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9E7ECA80-9650-1FF1-CF1B-1CCB96CD0D6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705" t="83484" b="4567"/>
          <a:stretch>
            <a:fillRect/>
          </a:stretch>
        </p:blipFill>
        <p:spPr>
          <a:xfrm>
            <a:off x="-102524" y="3680087"/>
            <a:ext cx="12277898" cy="725494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305470EE-197E-7764-528F-3690BBE2492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63737" b="25445"/>
          <a:stretch>
            <a:fillRect/>
          </a:stretch>
        </p:blipFill>
        <p:spPr>
          <a:xfrm>
            <a:off x="-16626" y="2906976"/>
            <a:ext cx="12192000" cy="656779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1D7E2041-F80C-0DDA-919D-9BEE9D12AD0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43065" b="46118"/>
          <a:stretch>
            <a:fillRect/>
          </a:stretch>
        </p:blipFill>
        <p:spPr>
          <a:xfrm>
            <a:off x="-16626" y="2175455"/>
            <a:ext cx="12192000" cy="656780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6C9EE6BE-9BF6-2207-94CD-C26606DEF4D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3187" b="65995"/>
          <a:stretch>
            <a:fillRect/>
          </a:stretch>
        </p:blipFill>
        <p:spPr>
          <a:xfrm>
            <a:off x="0" y="1447234"/>
            <a:ext cx="12192000" cy="656779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ED4A3CA5-3543-FAA1-2BF1-9303794A7F4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3288" b="84594"/>
          <a:stretch>
            <a:fillRect/>
          </a:stretch>
        </p:blipFill>
        <p:spPr>
          <a:xfrm>
            <a:off x="0" y="677202"/>
            <a:ext cx="12192000" cy="735675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26D1ADD9-236B-9D1D-821B-E6668ED2E98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14" t="39079" r="137" b="37379"/>
          <a:stretch>
            <a:fillRect/>
          </a:stretch>
        </p:blipFill>
        <p:spPr>
          <a:xfrm>
            <a:off x="-33879" y="5244435"/>
            <a:ext cx="12248457" cy="7446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1769041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9AC2753A-9958-AA60-E599-3DC506BFC59A}"/>
              </a:ext>
            </a:extLst>
          </p:cNvPr>
          <p:cNvSpPr/>
          <p:nvPr/>
        </p:nvSpPr>
        <p:spPr>
          <a:xfrm>
            <a:off x="-866691" y="0"/>
            <a:ext cx="13397948" cy="6229973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240CA7D7-2125-1D87-7F75-1ACEC98592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509" y="628027"/>
            <a:ext cx="12192000" cy="5601945"/>
          </a:xfrm>
          <a:prstGeom prst="rect">
            <a:avLst/>
          </a:prstGeom>
        </p:spPr>
      </p:pic>
      <p:cxnSp>
        <p:nvCxnSpPr>
          <p:cNvPr id="8" name="직선 화살표 연결선 7">
            <a:extLst>
              <a:ext uri="{FF2B5EF4-FFF2-40B4-BE49-F238E27FC236}">
                <a16:creationId xmlns:a16="http://schemas.microsoft.com/office/drawing/2014/main" id="{7854DB4D-AD17-A0A3-FAE7-4AE2A0858A90}"/>
              </a:ext>
            </a:extLst>
          </p:cNvPr>
          <p:cNvCxnSpPr/>
          <p:nvPr/>
        </p:nvCxnSpPr>
        <p:spPr>
          <a:xfrm>
            <a:off x="-71562" y="437322"/>
            <a:ext cx="1210188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E902BC92-7B94-8E20-ACAE-C9995DEBE8A4}"/>
              </a:ext>
            </a:extLst>
          </p:cNvPr>
          <p:cNvCxnSpPr/>
          <p:nvPr/>
        </p:nvCxnSpPr>
        <p:spPr>
          <a:xfrm>
            <a:off x="134509" y="278296"/>
            <a:ext cx="0" cy="56613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62EF81D-03FD-676D-9901-28A180B0979D}"/>
              </a:ext>
            </a:extLst>
          </p:cNvPr>
          <p:cNvSpPr txBox="1"/>
          <p:nvPr/>
        </p:nvSpPr>
        <p:spPr>
          <a:xfrm>
            <a:off x="340581" y="67990"/>
            <a:ext cx="20593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표면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6E07897-6D06-B04C-FFB0-5A0C81F44FD1}"/>
              </a:ext>
            </a:extLst>
          </p:cNvPr>
          <p:cNvSpPr txBox="1"/>
          <p:nvPr/>
        </p:nvSpPr>
        <p:spPr>
          <a:xfrm>
            <a:off x="10471868" y="72243"/>
            <a:ext cx="20593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가장 깊은 곳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409DD81-2290-51E0-4BD9-B8A0F299637F}"/>
              </a:ext>
            </a:extLst>
          </p:cNvPr>
          <p:cNvSpPr txBox="1"/>
          <p:nvPr/>
        </p:nvSpPr>
        <p:spPr>
          <a:xfrm>
            <a:off x="-397512" y="573537"/>
            <a:ext cx="492062" cy="492443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300" dirty="0"/>
              <a:t>8.6mm</a:t>
            </a:r>
            <a:endParaRPr lang="ko-KR" altLang="en-US" sz="13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2004C75-9F45-03A3-0403-C55641310F3A}"/>
              </a:ext>
            </a:extLst>
          </p:cNvPr>
          <p:cNvSpPr txBox="1"/>
          <p:nvPr/>
        </p:nvSpPr>
        <p:spPr>
          <a:xfrm>
            <a:off x="-462245" y="1406057"/>
            <a:ext cx="549045" cy="492443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300" dirty="0"/>
              <a:t>9.1</a:t>
            </a:r>
          </a:p>
          <a:p>
            <a:pPr algn="ctr"/>
            <a:r>
              <a:rPr lang="en-US" altLang="ko-KR" sz="1300" dirty="0"/>
              <a:t>mm</a:t>
            </a:r>
            <a:endParaRPr lang="ko-KR" altLang="en-US" sz="13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4968FA2-5E53-112A-7FA6-0C162A211F0B}"/>
              </a:ext>
            </a:extLst>
          </p:cNvPr>
          <p:cNvSpPr txBox="1"/>
          <p:nvPr/>
        </p:nvSpPr>
        <p:spPr>
          <a:xfrm>
            <a:off x="-440024" y="2137861"/>
            <a:ext cx="526824" cy="492443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300" dirty="0"/>
              <a:t>9.7</a:t>
            </a:r>
          </a:p>
          <a:p>
            <a:pPr algn="ctr"/>
            <a:r>
              <a:rPr lang="en-US" altLang="ko-KR" sz="1300" dirty="0"/>
              <a:t>mm</a:t>
            </a:r>
            <a:endParaRPr lang="ko-KR" altLang="en-US" sz="13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B535088-A87A-D123-F52E-E6C63BECE4C9}"/>
              </a:ext>
            </a:extLst>
          </p:cNvPr>
          <p:cNvSpPr txBox="1"/>
          <p:nvPr/>
        </p:nvSpPr>
        <p:spPr>
          <a:xfrm>
            <a:off x="-463801" y="2841204"/>
            <a:ext cx="558351" cy="492443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300" dirty="0"/>
              <a:t>10.5</a:t>
            </a:r>
          </a:p>
          <a:p>
            <a:pPr algn="ctr"/>
            <a:r>
              <a:rPr lang="en-US" altLang="ko-KR" sz="1300" dirty="0"/>
              <a:t>mm</a:t>
            </a:r>
            <a:endParaRPr lang="ko-KR" altLang="en-US" sz="13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67AF7E5-1404-C545-267A-CC69EC9FB3DF}"/>
              </a:ext>
            </a:extLst>
          </p:cNvPr>
          <p:cNvSpPr txBox="1"/>
          <p:nvPr/>
        </p:nvSpPr>
        <p:spPr>
          <a:xfrm>
            <a:off x="-471551" y="3660962"/>
            <a:ext cx="558351" cy="492443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300" dirty="0"/>
              <a:t>11.3</a:t>
            </a:r>
          </a:p>
          <a:p>
            <a:pPr algn="ctr"/>
            <a:r>
              <a:rPr lang="en-US" altLang="ko-KR" sz="1300" dirty="0"/>
              <a:t>mm</a:t>
            </a:r>
            <a:endParaRPr lang="ko-KR" altLang="en-US" sz="13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3417A53-CB88-2E00-EDF5-B828351F5BE8}"/>
              </a:ext>
            </a:extLst>
          </p:cNvPr>
          <p:cNvSpPr txBox="1"/>
          <p:nvPr/>
        </p:nvSpPr>
        <p:spPr>
          <a:xfrm>
            <a:off x="-463801" y="4431710"/>
            <a:ext cx="558351" cy="492443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300" dirty="0"/>
              <a:t>11.7</a:t>
            </a:r>
          </a:p>
          <a:p>
            <a:pPr algn="ctr"/>
            <a:r>
              <a:rPr lang="en-US" altLang="ko-KR" sz="1300" dirty="0"/>
              <a:t>mm</a:t>
            </a:r>
            <a:endParaRPr lang="ko-KR" altLang="en-US" sz="1300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9E0988A-5CA8-2B5C-CC8F-2C6DB96B110D}"/>
              </a:ext>
            </a:extLst>
          </p:cNvPr>
          <p:cNvSpPr txBox="1"/>
          <p:nvPr/>
        </p:nvSpPr>
        <p:spPr>
          <a:xfrm>
            <a:off x="-471551" y="5251468"/>
            <a:ext cx="558351" cy="492443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300" dirty="0"/>
              <a:t>13.3</a:t>
            </a:r>
          </a:p>
          <a:p>
            <a:pPr algn="ctr"/>
            <a:r>
              <a:rPr lang="en-US" altLang="ko-KR" sz="1300" dirty="0"/>
              <a:t>mm</a:t>
            </a:r>
            <a:endParaRPr lang="ko-KR" altLang="en-US" sz="1300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AD22CB2-A194-87AE-C93D-6301C86C3DE8}"/>
              </a:ext>
            </a:extLst>
          </p:cNvPr>
          <p:cNvSpPr txBox="1"/>
          <p:nvPr/>
        </p:nvSpPr>
        <p:spPr>
          <a:xfrm>
            <a:off x="-588448" y="223114"/>
            <a:ext cx="20593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WD</a:t>
            </a:r>
            <a:endParaRPr lang="ko-KR" altLang="en-US" dirty="0"/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EE9765FF-2554-0F45-71FC-62D193922F71}"/>
              </a:ext>
            </a:extLst>
          </p:cNvPr>
          <p:cNvSpPr/>
          <p:nvPr/>
        </p:nvSpPr>
        <p:spPr>
          <a:xfrm>
            <a:off x="343228" y="490353"/>
            <a:ext cx="675861" cy="149187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300" dirty="0"/>
              <a:t>f01</a:t>
            </a:r>
            <a:endParaRPr lang="ko-KR" altLang="en-US" sz="1300" dirty="0"/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D0930E8A-DB76-F310-48F6-F6D8F1B71240}"/>
              </a:ext>
            </a:extLst>
          </p:cNvPr>
          <p:cNvSpPr/>
          <p:nvPr/>
        </p:nvSpPr>
        <p:spPr>
          <a:xfrm>
            <a:off x="1473639" y="475775"/>
            <a:ext cx="675861" cy="149187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300" dirty="0"/>
              <a:t>f02</a:t>
            </a:r>
            <a:endParaRPr lang="ko-KR" altLang="en-US" sz="1300" dirty="0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2ACE362B-BF92-586F-3B24-8CE09A48C124}"/>
              </a:ext>
            </a:extLst>
          </p:cNvPr>
          <p:cNvSpPr/>
          <p:nvPr/>
        </p:nvSpPr>
        <p:spPr>
          <a:xfrm>
            <a:off x="2605376" y="490353"/>
            <a:ext cx="675861" cy="149187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300" dirty="0"/>
              <a:t>f03</a:t>
            </a:r>
            <a:endParaRPr lang="ko-KR" altLang="en-US" sz="1300" dirty="0"/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B593EE01-6822-26BD-F6D7-0BD05B7CE255}"/>
              </a:ext>
            </a:extLst>
          </p:cNvPr>
          <p:cNvSpPr/>
          <p:nvPr/>
        </p:nvSpPr>
        <p:spPr>
          <a:xfrm>
            <a:off x="3735787" y="475775"/>
            <a:ext cx="675861" cy="149187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300" dirty="0"/>
              <a:t>f04</a:t>
            </a:r>
            <a:endParaRPr lang="ko-KR" altLang="en-US" sz="1300" dirty="0"/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73D62EA1-359F-8BE5-43F4-6BEF768DED17}"/>
              </a:ext>
            </a:extLst>
          </p:cNvPr>
          <p:cNvSpPr/>
          <p:nvPr/>
        </p:nvSpPr>
        <p:spPr>
          <a:xfrm>
            <a:off x="4789332" y="475775"/>
            <a:ext cx="675861" cy="149187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300" dirty="0"/>
              <a:t>f05</a:t>
            </a:r>
            <a:endParaRPr lang="ko-KR" altLang="en-US" sz="1300" dirty="0"/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CE4E1EE3-992E-FB09-F206-4CF1E9717571}"/>
              </a:ext>
            </a:extLst>
          </p:cNvPr>
          <p:cNvSpPr/>
          <p:nvPr/>
        </p:nvSpPr>
        <p:spPr>
          <a:xfrm>
            <a:off x="5919743" y="461197"/>
            <a:ext cx="675861" cy="149187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300" dirty="0"/>
              <a:t>f06</a:t>
            </a:r>
            <a:endParaRPr lang="ko-KR" altLang="en-US" sz="1300" dirty="0"/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B1830B25-A993-5034-C0C4-F9FBC134D644}"/>
              </a:ext>
            </a:extLst>
          </p:cNvPr>
          <p:cNvSpPr/>
          <p:nvPr/>
        </p:nvSpPr>
        <p:spPr>
          <a:xfrm>
            <a:off x="7051480" y="475775"/>
            <a:ext cx="675861" cy="149187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300" dirty="0"/>
              <a:t>f07</a:t>
            </a:r>
            <a:endParaRPr lang="ko-KR" altLang="en-US" sz="1300" dirty="0"/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8371193A-B736-622E-96E4-44F752FB5E96}"/>
              </a:ext>
            </a:extLst>
          </p:cNvPr>
          <p:cNvSpPr/>
          <p:nvPr/>
        </p:nvSpPr>
        <p:spPr>
          <a:xfrm>
            <a:off x="8181891" y="461197"/>
            <a:ext cx="675861" cy="149187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300" dirty="0"/>
              <a:t>f08</a:t>
            </a:r>
            <a:endParaRPr lang="ko-KR" altLang="en-US" sz="1300" dirty="0"/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E4E6CF47-96FC-29BD-0AFC-9CF45F1FC325}"/>
              </a:ext>
            </a:extLst>
          </p:cNvPr>
          <p:cNvSpPr/>
          <p:nvPr/>
        </p:nvSpPr>
        <p:spPr>
          <a:xfrm>
            <a:off x="9312302" y="490353"/>
            <a:ext cx="675861" cy="149187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300" dirty="0"/>
              <a:t>f09</a:t>
            </a:r>
            <a:endParaRPr lang="ko-KR" altLang="en-US" sz="1300" dirty="0"/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A48AA8D2-BA20-1171-DD30-C878E53283F3}"/>
              </a:ext>
            </a:extLst>
          </p:cNvPr>
          <p:cNvSpPr/>
          <p:nvPr/>
        </p:nvSpPr>
        <p:spPr>
          <a:xfrm>
            <a:off x="10444039" y="504931"/>
            <a:ext cx="675861" cy="149187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300" dirty="0"/>
              <a:t>f10</a:t>
            </a:r>
            <a:endParaRPr lang="ko-KR" altLang="en-US" sz="1300" dirty="0"/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2B479814-B516-D612-8359-40A962D3165D}"/>
              </a:ext>
            </a:extLst>
          </p:cNvPr>
          <p:cNvSpPr/>
          <p:nvPr/>
        </p:nvSpPr>
        <p:spPr>
          <a:xfrm>
            <a:off x="11574450" y="490353"/>
            <a:ext cx="675861" cy="149187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300" dirty="0"/>
              <a:t>f11</a:t>
            </a:r>
            <a:endParaRPr lang="ko-KR" altLang="en-US" sz="1300" dirty="0"/>
          </a:p>
        </p:txBody>
      </p:sp>
    </p:spTree>
    <p:extLst>
      <p:ext uri="{BB962C8B-B14F-4D97-AF65-F5344CB8AC3E}">
        <p14:creationId xmlns:p14="http://schemas.microsoft.com/office/powerpoint/2010/main" val="17223733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2262</TotalTime>
  <Words>1481</Words>
  <Application>Microsoft Office PowerPoint</Application>
  <PresentationFormat>와이드스크린</PresentationFormat>
  <Paragraphs>292</Paragraphs>
  <Slides>74</Slides>
  <Notes>7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74</vt:i4>
      </vt:variant>
    </vt:vector>
  </HeadingPairs>
  <TitlesOfParts>
    <vt:vector size="82" baseType="lpstr">
      <vt:lpstr>Google Sans Flex</vt:lpstr>
      <vt:lpstr>맑은 고딕</vt:lpstr>
      <vt:lpstr>바탕체</vt:lpstr>
      <vt:lpstr>바탕체,한컴돋움</vt:lpstr>
      <vt:lpstr>함초롬바탕</vt:lpstr>
      <vt:lpstr>Arial</vt:lpstr>
      <vt:lpstr>Consolas</vt:lpstr>
      <vt:lpstr>Office 테마</vt:lpstr>
      <vt:lpstr>논문 자료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지그재그 Abeam 기록들 : 홀수줄은 Col기준 뒤짚음 필요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양회현</dc:creator>
  <cp:lastModifiedBy>양회현</cp:lastModifiedBy>
  <cp:revision>59</cp:revision>
  <dcterms:created xsi:type="dcterms:W3CDTF">2026-08-23T23:35:07Z</dcterms:created>
  <dcterms:modified xsi:type="dcterms:W3CDTF">2026-10-23T06:31:53Z</dcterms:modified>
</cp:coreProperties>
</file>