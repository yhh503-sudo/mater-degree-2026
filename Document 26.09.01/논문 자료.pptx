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  <p:sldId id="1599" r:id="rId24"/>
    <p:sldId id="1600" r:id="rId25"/>
    <p:sldId id="1601" r:id="rId26"/>
    <p:sldId id="1602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1" d="100"/>
          <a:sy n="51" d="100"/>
        </p:scale>
        <p:origin x="64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49743" y="2338365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14183-FB59-D956-FB85-7DC8C5AFF54B}"/>
              </a:ext>
            </a:extLst>
          </p:cNvPr>
          <p:cNvSpPr/>
          <p:nvPr/>
        </p:nvSpPr>
        <p:spPr>
          <a:xfrm>
            <a:off x="5116285" y="2144486"/>
            <a:ext cx="646611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A514F8B-F4C6-5F1B-1280-DB50060CE48F}"/>
              </a:ext>
            </a:extLst>
          </p:cNvPr>
          <p:cNvCxnSpPr/>
          <p:nvPr/>
        </p:nvCxnSpPr>
        <p:spPr>
          <a:xfrm>
            <a:off x="6311153" y="2513818"/>
            <a:ext cx="0" cy="2657288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59304CA-04D0-3A21-E3B3-DAABFACB2A05}"/>
              </a:ext>
            </a:extLst>
          </p:cNvPr>
          <p:cNvSpPr txBox="1"/>
          <p:nvPr/>
        </p:nvSpPr>
        <p:spPr>
          <a:xfrm>
            <a:off x="6015317" y="5447237"/>
            <a:ext cx="4724401" cy="92333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CTRL </a:t>
            </a:r>
            <a:r>
              <a:rPr lang="ko-KR" altLang="en-US" dirty="0"/>
              <a:t>누르고</a:t>
            </a:r>
            <a:r>
              <a:rPr lang="en-US" altLang="ko-KR" dirty="0"/>
              <a:t>, </a:t>
            </a:r>
            <a:r>
              <a:rPr lang="ko-KR" altLang="en-US" dirty="0"/>
              <a:t>마우스로 </a:t>
            </a:r>
            <a:r>
              <a:rPr lang="en-US" altLang="ko-KR" dirty="0"/>
              <a:t>B</a:t>
            </a:r>
            <a:r>
              <a:rPr lang="ko-KR" altLang="en-US" dirty="0"/>
              <a:t>스캔 이미지의 위치 가리키면</a:t>
            </a:r>
            <a:r>
              <a:rPr lang="en-US" altLang="ko-KR" dirty="0"/>
              <a:t>, X</a:t>
            </a:r>
            <a:r>
              <a:rPr lang="ko-KR" altLang="en-US" dirty="0"/>
              <a:t>축 따라가며</a:t>
            </a:r>
            <a:r>
              <a:rPr lang="en-US" altLang="ko-KR" dirty="0"/>
              <a:t>, </a:t>
            </a:r>
            <a:r>
              <a:rPr lang="ko-KR" altLang="en-US" dirty="0"/>
              <a:t>왼쪽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A</a:t>
            </a:r>
            <a:r>
              <a:rPr lang="ko-KR" altLang="en-US" dirty="0"/>
              <a:t>파형들이 자동으로 바뀜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A350E-8ACD-3A4D-5774-DA6D8FBEFD9B}"/>
              </a:ext>
            </a:extLst>
          </p:cNvPr>
          <p:cNvSpPr txBox="1"/>
          <p:nvPr/>
        </p:nvSpPr>
        <p:spPr>
          <a:xfrm>
            <a:off x="7652017" y="2031589"/>
            <a:ext cx="206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 </a:t>
            </a:r>
            <a:r>
              <a:rPr lang="en-US" altLang="ko-KR" dirty="0"/>
              <a:t>SCAN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53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58378" y="467628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581018" y="4501403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DB5243-2A9A-ECB4-1226-0AE1721E2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12192000" cy="6413500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64FD839-F092-A26A-AD31-7D9463E776C7}"/>
              </a:ext>
            </a:extLst>
          </p:cNvPr>
          <p:cNvCxnSpPr/>
          <p:nvPr/>
        </p:nvCxnSpPr>
        <p:spPr>
          <a:xfrm>
            <a:off x="7968343" y="631371"/>
            <a:ext cx="0" cy="6422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1E3A63C-3843-6DDA-3BF4-3B07FBC3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893" t="6209" r="35893" b="83777"/>
          <a:stretch>
            <a:fillRect/>
          </a:stretch>
        </p:blipFill>
        <p:spPr>
          <a:xfrm>
            <a:off x="9318173" y="631371"/>
            <a:ext cx="1001485" cy="64225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B949753-04B8-CDC0-F51A-681F4A1E1A51}"/>
              </a:ext>
            </a:extLst>
          </p:cNvPr>
          <p:cNvSpPr/>
          <p:nvPr/>
        </p:nvSpPr>
        <p:spPr>
          <a:xfrm>
            <a:off x="7968343" y="881744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Phase Inverse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302BAA3-E586-64AC-B13A-A81C0DF01405}"/>
              </a:ext>
            </a:extLst>
          </p:cNvPr>
          <p:cNvSpPr/>
          <p:nvPr/>
        </p:nvSpPr>
        <p:spPr>
          <a:xfrm>
            <a:off x="9492340" y="756558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Blue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9238E5-2E4A-7120-95C0-7BAE0269CB65}"/>
              </a:ext>
            </a:extLst>
          </p:cNvPr>
          <p:cNvSpPr/>
          <p:nvPr/>
        </p:nvSpPr>
        <p:spPr>
          <a:xfrm>
            <a:off x="9514108" y="1015093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No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390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F6755B-C4FE-F5F8-C381-31E65A8A9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4762"/>
            <a:ext cx="12125325" cy="684847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7EF61-7BA2-5D07-0535-A1C756D0C0F0}"/>
              </a:ext>
            </a:extLst>
          </p:cNvPr>
          <p:cNvSpPr/>
          <p:nvPr/>
        </p:nvSpPr>
        <p:spPr>
          <a:xfrm>
            <a:off x="6096000" y="4607859"/>
            <a:ext cx="6062662" cy="475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C7A68C4A-B433-B1C3-8F90-B309B7726C7B}"/>
              </a:ext>
            </a:extLst>
          </p:cNvPr>
          <p:cNvSpPr/>
          <p:nvPr/>
        </p:nvSpPr>
        <p:spPr>
          <a:xfrm>
            <a:off x="2743200" y="5405718"/>
            <a:ext cx="421341" cy="215153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838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9DBC31B-5375-2FE7-81DD-7B99DF899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58" y="704290"/>
            <a:ext cx="7562850" cy="51625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23599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D6E9552A-CED8-A78C-B90E-CA136D07E6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6566"/>
            <a:ext cx="12192000" cy="6444867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3F866E85-D097-BAD2-2255-550A6A3F12CB}"/>
              </a:ext>
            </a:extLst>
          </p:cNvPr>
          <p:cNvSpPr/>
          <p:nvPr/>
        </p:nvSpPr>
        <p:spPr>
          <a:xfrm>
            <a:off x="137160" y="694944"/>
            <a:ext cx="1024128" cy="2743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Open CSV S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35207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1011</TotalTime>
  <Words>1138</Words>
  <Application>Microsoft Office PowerPoint</Application>
  <PresentationFormat>와이드스크린</PresentationFormat>
  <Paragraphs>153</Paragraphs>
  <Slides>26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3" baseType="lpstr"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뷰온 주식회사</cp:lastModifiedBy>
  <cp:revision>9</cp:revision>
  <dcterms:created xsi:type="dcterms:W3CDTF">2026-08-23T23:35:07Z</dcterms:created>
  <dcterms:modified xsi:type="dcterms:W3CDTF">2026-09-03T06:54:19Z</dcterms:modified>
</cp:coreProperties>
</file>