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18" r:id="rId43"/>
    <p:sldId id="1620" r:id="rId44"/>
    <p:sldId id="1621" r:id="rId45"/>
    <p:sldId id="1619" r:id="rId46"/>
    <p:sldId id="1622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6C0D7F1-01DC-FD75-875F-304C71C38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2750" y="223837"/>
            <a:ext cx="6286500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47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DC21E-525C-2ACE-E4F0-268B506BC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3EC7227-8402-3318-C5A2-510A1BB2D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2750" y="223837"/>
            <a:ext cx="6286500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664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C042DA-F542-23FF-5FEC-C54EA0777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CE4472-AC92-0836-319A-2D130B998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B41917-D67A-7363-8C66-82158BCC4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00312" y="285750"/>
            <a:ext cx="7191375" cy="628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6108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E0E1-010A-9443-6A81-D650EE413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9AF664B-4218-A687-7C5C-5C1E358F3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48428" y="0"/>
            <a:ext cx="9095143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65326AA-2ED1-5937-02EE-5BA2E1BCD8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84349" y="5093110"/>
            <a:ext cx="8759176" cy="465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85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1852</TotalTime>
  <Words>1349</Words>
  <Application>Microsoft Office PowerPoint</Application>
  <PresentationFormat>와이드스크린</PresentationFormat>
  <Paragraphs>202</Paragraphs>
  <Slides>46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4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34</cp:revision>
  <dcterms:created xsi:type="dcterms:W3CDTF">2026-08-23T23:35:07Z</dcterms:created>
  <dcterms:modified xsi:type="dcterms:W3CDTF">2026-10-18T23:30:26Z</dcterms:modified>
</cp:coreProperties>
</file>