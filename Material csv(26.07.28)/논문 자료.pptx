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22529" y="2144486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1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94236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265333" y="5029200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3BEFA6D-E55C-82B1-8872-E9CBFD4A2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563881" y="4342298"/>
            <a:ext cx="5064241" cy="1061940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980</Words>
  <Application>Microsoft Office PowerPoint</Application>
  <PresentationFormat>와이드스크린</PresentationFormat>
  <Paragraphs>137</Paragraphs>
  <Slides>21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1</cp:revision>
  <dcterms:created xsi:type="dcterms:W3CDTF">2026-08-23T23:35:07Z</dcterms:created>
  <dcterms:modified xsi:type="dcterms:W3CDTF">2026-08-23T23:35:17Z</dcterms:modified>
</cp:coreProperties>
</file>