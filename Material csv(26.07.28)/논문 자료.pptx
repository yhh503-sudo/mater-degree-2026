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265333" y="5029200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1135</Words>
  <Application>Microsoft Office PowerPoint</Application>
  <PresentationFormat>와이드스크린</PresentationFormat>
  <Paragraphs>152</Paragraphs>
  <Slides>25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7</cp:revision>
  <dcterms:created xsi:type="dcterms:W3CDTF">2026-08-23T23:35:07Z</dcterms:created>
  <dcterms:modified xsi:type="dcterms:W3CDTF">2026-08-27T08:34:51Z</dcterms:modified>
</cp:coreProperties>
</file>